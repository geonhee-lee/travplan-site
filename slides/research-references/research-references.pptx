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 Id="rId21" Type="http://schemas.openxmlformats.org/officeDocument/2006/relationships/hyperlink" Target="https://arxiv.org/abs/2610.12877" TargetMode="External"/><Relationship Id="rId22" Type="http://schemas.openxmlformats.org/officeDocument/2006/relationships/hyperlink" Target="https://tame-nav.github.io/" TargetMode="External"/><Relationship Id="rId23" Type="http://schemas.openxmlformats.org/officeDocument/2006/relationships/hyperlink" Target="https://arxiv.org/abs/2603.09460" TargetMode="External"/><Relationship Id="rId24" Type="http://schemas.openxmlformats.org/officeDocument/2006/relationships/hyperlink" Target="https://github.com/11chens/SEA-Nav-Code" TargetMode="External"/><Relationship Id="rId25" Type="http://schemas.openxmlformats.org/officeDocument/2006/relationships/hyperlink" Target="https://arxiv.org/abs/2409.15634" TargetMode="External"/><Relationship Id="rId26" Type="http://schemas.openxmlformats.org/officeDocument/2006/relationships/hyperlink" Target="https://github.com/Zhefan-Xu/NavRL" TargetMode="External"/><Relationship Id="rId27" Type="http://schemas.openxmlformats.org/officeDocument/2006/relationships/hyperlink" Target="https://arxiv.org/abs/2609.087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38873" TargetMode="External"/><Relationship Id="rId4" Type="http://schemas.openxmlformats.org/officeDocument/2006/relationships/hyperlink" Target="https://github.com/psh0823/dodger" TargetMode="External"/><Relationship Id="rId5" Type="http://schemas.openxmlformats.org/officeDocument/2006/relationships/hyperlink" Target="https://arxiv.org/abs/2412.09149" TargetMode="External"/><Relationship Id="rId6"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arxiv.org/abs/2511.04131" TargetMode="External"/><Relationship Id="rId6" Type="http://schemas.openxmlformats.org/officeDocument/2006/relationships/hyperlink" Target="https://github.com/LeCAR-Lab/BFM-Zero" TargetMode="External"/><Relationship Id="rId7" Type="http://schemas.openxmlformats.org/officeDocument/2006/relationships/hyperlink" Target="https://arxiv.org/abs/2512.03028" TargetMode="External"/><Relationship Id="rId8" Type="http://schemas.openxmlformats.org/officeDocument/2006/relationships/hyperlink" Target="https://arxiv.org/abs/2606.29148" TargetMode="External"/><Relationship Id="rId9" Type="http://schemas.openxmlformats.org/officeDocument/2006/relationships/hyperlink" Target="https://arxiv.org/abs/2505.02833" TargetMode="External"/><Relationship Id="rId10" Type="http://schemas.openxmlformats.org/officeDocument/2006/relationships/hyperlink" Target="https://github.com/YanjieZe/TWIST" TargetMode="External"/><Relationship Id="rId11" Type="http://schemas.openxmlformats.org/officeDocument/2006/relationships/hyperlink" Target="https://arxiv.org/abs/2505.07294" TargetMode="External"/><Relationship Id="rId12" Type="http://schemas.openxmlformats.org/officeDocument/2006/relationships/hyperlink" Target="https://arxiv.org/abs/2506.08931" TargetMode="External"/><Relationship Id="rId13" Type="http://schemas.openxmlformats.org/officeDocument/2006/relationships/hyperlink" Target="https://github.com/humanoid-clone/CLONE" TargetMode="External"/><Relationship Id="rId14" Type="http://schemas.openxmlformats.org/officeDocument/2006/relationships/hyperlink" Target="https://arxiv.org/abs/2506.12779" TargetMode="External"/><Relationship Id="rId15" Type="http://schemas.openxmlformats.org/officeDocument/2006/relationships/hyperlink" Target="https://arxiv.org/abs/2506.12851" TargetMode="External"/><Relationship Id="rId16" Type="http://schemas.openxmlformats.org/officeDocument/2006/relationships/hyperlink" Target="https://github.com/TeleHuman/PBHC" TargetMode="External"/><Relationship Id="rId17" Type="http://schemas.openxmlformats.org/officeDocument/2006/relationships/hyperlink" Target="https://arxiv.org/abs/2506.13751" TargetMode="External"/><Relationship Id="rId18" Type="http://schemas.openxmlformats.org/officeDocument/2006/relationships/hyperlink" Target="https://arxiv.org/abs/2507.07356" TargetMode="External"/><Relationship Id="rId19" Type="http://schemas.openxmlformats.org/officeDocument/2006/relationships/hyperlink" Target="https://arxiv.org/abs/2509.13833" TargetMode="External"/><Relationship Id="rId20" Type="http://schemas.openxmlformats.org/officeDocument/2006/relationships/hyperlink" Target="https://github.com/GalaxyGeneralRobotics/OpenTrack" TargetMode="External"/><Relationship Id="rId21" Type="http://schemas.openxmlformats.org/officeDocument/2006/relationships/hyperlink" Target="https://arxiv.org/abs/2509.16638" TargetMode="External"/><Relationship Id="rId22" Type="http://schemas.openxmlformats.org/officeDocument/2006/relationships/hyperlink" Target="https://arxiv.org/abs/2509.16757" TargetMode="External"/><Relationship Id="rId23" Type="http://schemas.openxmlformats.org/officeDocument/2006/relationships/hyperlink" Target="https://github.com/LeCAR-Lab/HDMI" TargetMode="External"/><Relationship Id="rId24" Type="http://schemas.openxmlformats.org/officeDocument/2006/relationships/hyperlink" Target="https://arxiv.org/abs/2510.05070" TargetMode="External"/><Relationship Id="rId25" Type="http://schemas.openxmlformats.org/officeDocument/2006/relationships/hyperlink" Target="https://github.com/amazon-far/ResMimic" TargetMode="External"/><Relationship Id="rId26" Type="http://schemas.openxmlformats.org/officeDocument/2006/relationships/hyperlink" Target="https://arxiv.org/abs/2511.02832" TargetMode="External"/><Relationship Id="rId27" Type="http://schemas.openxmlformats.org/officeDocument/2006/relationships/hyperlink" Target="https://github.com/amazon-far/TWIST2" TargetMode="External"/><Relationship Id="rId28" Type="http://schemas.openxmlformats.org/officeDocument/2006/relationships/hyperlink" Target="https://arxiv.org/abs/2511.0467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11.17373" TargetMode="External"/><Relationship Id="rId4" Type="http://schemas.openxmlformats.org/officeDocument/2006/relationships/hyperlink" Target="https://github.com/OpenDriveLab/AMS"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07439" TargetMode="External"/><Relationship Id="rId7" Type="http://schemas.openxmlformats.org/officeDocument/2006/relationships/hyperlink" Target="https://github.com/TeleHuman/TextOp" TargetMode="External"/><Relationship Id="rId8" Type="http://schemas.openxmlformats.org/officeDocument/2006/relationships/hyperlink" Target="https://arxiv.org/abs/2602.15827" TargetMode="External"/><Relationship Id="rId9" Type="http://schemas.openxmlformats.org/officeDocument/2006/relationships/hyperlink" Target="https://github.com/amazon-far/php_parkour" TargetMode="External"/><Relationship Id="rId10" Type="http://schemas.openxmlformats.org/officeDocument/2006/relationships/hyperlink" Target="https://arxiv.org/abs/2602.23843" TargetMode="External"/><Relationship Id="rId11" Type="http://schemas.openxmlformats.org/officeDocument/2006/relationships/hyperlink" Target="https://github.com/Perkins729/OmniXtreme" TargetMode="External"/><Relationship Id="rId12" Type="http://schemas.openxmlformats.org/officeDocument/2006/relationships/hyperlink" Target="https://arxiv.org/abs/2603.14327" TargetMode="External"/><Relationship Id="rId13" Type="http://schemas.openxmlformats.org/officeDocument/2006/relationships/hyperlink" Target="https://github.com/yixxuan-li/OmniClone" TargetMode="External"/><Relationship Id="rId14" Type="http://schemas.openxmlformats.org/officeDocument/2006/relationships/hyperlink" Target="https://arxiv.org/abs/2605.15336" TargetMode="External"/><Relationship Id="rId15" Type="http://schemas.openxmlformats.org/officeDocument/2006/relationships/hyperlink" Target="https://github.com/HorizonRobotics/HoloMotion" TargetMode="External"/><Relationship Id="rId16" Type="http://schemas.openxmlformats.org/officeDocument/2006/relationships/hyperlink" Target="https://arxiv.org/abs/2606.00374" TargetMode="External"/><Relationship Id="rId17" Type="http://schemas.openxmlformats.org/officeDocument/2006/relationships/hyperlink" Target="https://arxiv.org/abs/2606.03985" TargetMode="External"/><Relationship Id="rId18" Type="http://schemas.openxmlformats.org/officeDocument/2006/relationships/hyperlink" Target="https://github.com/GalaxyGeneralRobotics/Humanoid-GPT" TargetMode="External"/><Relationship Id="rId19" Type="http://schemas.openxmlformats.org/officeDocument/2006/relationships/hyperlink" Target="https://arxiv.org/abs/2606.06953" TargetMode="External"/><Relationship Id="rId20" Type="http://schemas.openxmlformats.org/officeDocument/2006/relationships/hyperlink" Target="https://arxiv.org/abs/2606.27581" TargetMode="External"/><Relationship Id="rId21" Type="http://schemas.openxmlformats.org/officeDocument/2006/relationships/hyperlink" Target="https://arxiv.org/abs/2607.15163" TargetMode="External"/><Relationship Id="rId22" Type="http://schemas.openxmlformats.org/officeDocument/2006/relationships/hyperlink" Target="https://arxiv.org/abs/2607.19903" TargetMode="External"/><Relationship Id="rId23" Type="http://schemas.openxmlformats.org/officeDocument/2006/relationships/hyperlink" Target="https://github.com/hucebot/yahmp" TargetMode="External"/><Relationship Id="rId24" Type="http://schemas.openxmlformats.org/officeDocument/2006/relationships/hyperlink" Target="https://arxiv.org/abs/2608.13555" TargetMode="External"/><Relationship Id="rId25" Type="http://schemas.openxmlformats.org/officeDocument/2006/relationships/hyperlink" Target="https://github.com/GalaxyGeneralRobotics/HumanTracker" TargetMode="External"/><Relationship Id="rId26" Type="http://schemas.openxmlformats.org/officeDocument/2006/relationships/hyperlink" Target="https://arxiv.org/abs/2608.18234" TargetMode="External"/><Relationship Id="rId27" Type="http://schemas.openxmlformats.org/officeDocument/2006/relationships/hyperlink" Target="https://arxiv.org/abs/2609.08511" TargetMode="External"/><Relationship Id="rId28" Type="http://schemas.openxmlformats.org/officeDocument/2006/relationships/hyperlink" Target="https://arxiv.org/abs/2609.09918" TargetMode="External"/><Relationship Id="rId29" Type="http://schemas.openxmlformats.org/officeDocument/2006/relationships/hyperlink" Target="https://github.com/lok-i/vib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nexus-humanoid.github.io/" TargetMode="External"/><Relationship Id="rId7" Type="http://schemas.openxmlformats.org/officeDocument/2006/relationships/hyperlink" Target="https://github.com/Gamma-Robot/NEXUS" TargetMode="External"/><Relationship Id="rId8" Type="http://schemas.openxmlformats.org/officeDocument/2006/relationships/hyperlink" Target="https://arxiv.org/abs/2610.02341" TargetMode="External"/><Relationship Id="rId9" Type="http://schemas.openxmlformats.org/officeDocument/2006/relationships/hyperlink" Target="https://arxiv.org/abs/2610.07891" TargetMode="External"/><Relationship Id="rId10" Type="http://schemas.openxmlformats.org/officeDocument/2006/relationships/hyperlink" Target="https://arxiv.org/abs/2610.14896" TargetMode="External"/><Relationship Id="rId11" Type="http://schemas.openxmlformats.org/officeDocument/2006/relationships/hyperlink" Target="https://arxiv.org/abs/2610.15833" TargetMode="External"/><Relationship Id="rId12" Type="http://schemas.openxmlformats.org/officeDocument/2006/relationships/hyperlink" Target="https://github.com/Roboparty/P-BFM" TargetMode="External"/><Relationship Id="rId13" Type="http://schemas.openxmlformats.org/officeDocument/2006/relationships/hyperlink" Target="https://arxiv.org/abs/2610.17999" TargetMode="External"/><Relationship Id="rId14" Type="http://schemas.openxmlformats.org/officeDocument/2006/relationships/hyperlink" Target="https://arxiv.org/abs/2610.22119" TargetMode="External"/><Relationship Id="rId15" Type="http://schemas.openxmlformats.org/officeDocument/2006/relationships/hyperlink" Target="https://arxiv.org/abs/2610.28480" TargetMode="External"/><Relationship Id="rId16" Type="http://schemas.openxmlformats.org/officeDocument/2006/relationships/hyperlink" Target="https://supermimic.github.io/" TargetMode="External"/><Relationship Id="rId17" Type="http://schemas.openxmlformats.org/officeDocument/2006/relationships/hyperlink" Target="https://arxiv.org/abs/2610.29903" TargetMode="External"/><Relationship Id="rId18" Type="http://schemas.openxmlformats.org/officeDocument/2006/relationships/hyperlink" Target="https://arxiv.org/abs/2005.08068" TargetMode="External"/><Relationship Id="rId19" Type="http://schemas.openxmlformats.org/officeDocument/2006/relationships/hyperlink" Target="https://arxiv.org/abs/2204.07137" TargetMode="External"/><Relationship Id="rId20" Type="http://schemas.openxmlformats.org/officeDocument/2006/relationships/hyperlink" Target="https://github.com/NVlabs/DiffRL" TargetMode="External"/><Relationship Id="rId21" Type="http://schemas.openxmlformats.org/officeDocument/2006/relationships/hyperlink" Target="https://arxiv.org/abs/2202.00817" TargetMode="External"/><Relationship Id="rId22" Type="http://schemas.openxmlformats.org/officeDocument/2006/relationships/hyperlink" Target="https://arxiv.org/abs/2210.06063" TargetMode="External"/><Relationship Id="rId23"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 Id="rId18" Type="http://schemas.openxmlformats.org/officeDocument/2006/relationships/hyperlink" Target="https://github.com/unitreerobotics/unitree_mujoco"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312.11460" TargetMode="External"/><Relationship Id="rId4" Type="http://schemas.openxmlformats.org/officeDocument/2006/relationships/hyperlink" Target="https://github.com/InternRobotics/HIMLoco" TargetMode="External"/><Relationship Id="rId5" Type="http://schemas.openxmlformats.org/officeDocument/2006/relationships/hyperlink" Target="https://arxiv.org/abs/2203.15103" TargetMode="External"/><Relationship Id="rId6" Type="http://schemas.openxmlformats.org/officeDocument/2006/relationships/hyperlink" Target="https://github.com/escontra/AMP_for_hardware" TargetMode="External"/><Relationship Id="rId7" Type="http://schemas.openxmlformats.org/officeDocument/2006/relationships/hyperlink" Target="https://arxiv.org/abs/2601.17428" TargetMode="External"/><Relationship Id="rId8" Type="http://schemas.openxmlformats.org/officeDocument/2006/relationships/hyperlink" Target="https://arxiv.org/abs/2109.11978" TargetMode="External"/><Relationship Id="rId9" Type="http://schemas.openxmlformats.org/officeDocument/2006/relationships/hyperlink" Target="https://arxiv.org/abs/2010.11251" TargetMode="External"/><Relationship Id="rId10" Type="http://schemas.openxmlformats.org/officeDocument/2006/relationships/hyperlink" Target="https://arxiv.org/abs/2306.14874" TargetMode="External"/><Relationship Id="rId11" Type="http://schemas.openxmlformats.org/officeDocument/2006/relationships/hyperlink" Target="https://arxiv.org/abs/1809.03557" TargetMode="External"/><Relationship Id="rId12" Type="http://schemas.openxmlformats.org/officeDocument/2006/relationships/hyperlink" Target="https://arxiv.org/abs/1909.07193" TargetMode="External"/><Relationship Id="rId13" Type="http://schemas.openxmlformats.org/officeDocument/2006/relationships/hyperlink" Target="https://arxiv.org/abs/2010.06322" TargetMode="External"/><Relationship Id="rId14" Type="http://schemas.openxmlformats.org/officeDocument/2006/relationships/hyperlink" Target="https://doi.org/10.1177/02783649221102473" TargetMode="External"/><Relationship Id="rId15" Type="http://schemas.openxmlformats.org/officeDocument/2006/relationships/hyperlink" Target="https://doi.org/10.3929/ethz-b-000551315" TargetMode="External"/><Relationship Id="rId16" Type="http://schemas.openxmlformats.org/officeDocument/2006/relationships/hyperlink" Target="https://arxiv.org/abs/2203.14912" TargetMode="External"/><Relationship Id="rId17" Type="http://schemas.openxmlformats.org/officeDocument/2006/relationships/hyperlink" Target="https://doi.org/10.3929/ethz-b-000515694" TargetMode="External"/><Relationship Id="rId18" Type="http://schemas.openxmlformats.org/officeDocument/2006/relationships/hyperlink" Target="https://arxiv.org/abs/2206.14049"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8.08373" TargetMode="External"/><Relationship Id="rId4" Type="http://schemas.openxmlformats.org/officeDocument/2006/relationships/hyperlink" Target="https://github.com/leggedrobotics/ocs2" TargetMode="External"/><Relationship Id="rId5" Type="http://schemas.openxmlformats.org/officeDocument/2006/relationships/hyperlink" Target="https://arxiv.org/abs/2406.01152" TargetMode="External"/><Relationship Id="rId6" Type="http://schemas.openxmlformats.org/officeDocument/2006/relationships/hyperlink" Target="https://pure.kaist.ac.kr/en/publications/learning-quadrupedal-locomotion-over-challenging-terrain/" TargetMode="External"/><Relationship Id="rId7" Type="http://schemas.openxmlformats.org/officeDocument/2006/relationships/hyperlink" Target="https://github.com/ETH-PBL/elmap-rl-controller" TargetMode="External"/><Relationship Id="rId8" Type="http://schemas.openxmlformats.org/officeDocument/2006/relationships/hyperlink" Target="https://github.com/jizhang-cmu/autonomy_stack_go2" TargetMode="External"/><Relationship Id="rId9" Type="http://schemas.openxmlformats.org/officeDocument/2006/relationships/hyperlink" Target="https://arxiv.org/abs/2201.08117" TargetMode="External"/><Relationship Id="rId10" Type="http://schemas.openxmlformats.org/officeDocument/2006/relationships/hyperlink" Target="https://arxiv.org/abs/2306.14874" TargetMode="External"/><Relationship Id="rId11" Type="http://schemas.openxmlformats.org/officeDocument/2006/relationships/hyperlink" Target="https://arxiv.org/abs/2506.02835" TargetMode="External"/><Relationship Id="rId12" Type="http://schemas.openxmlformats.org/officeDocument/2006/relationships/hyperlink" Target="https://doi.org/10.1126/scirobotics.ads6192" TargetMode="External"/><Relationship Id="rId13" Type="http://schemas.openxmlformats.org/officeDocument/2006/relationships/hyperlink" Target="https://arxiv.org/abs/2603.05830" TargetMode="External"/><Relationship Id="rId14" Type="http://schemas.openxmlformats.org/officeDocument/2006/relationships/hyperlink" Target="https://openheart-icra.github.io/OpenHEART/" TargetMode="External"/><Relationship Id="rId15" Type="http://schemas.openxmlformats.org/officeDocument/2006/relationships/hyperlink" Target="https://arxiv.org/abs/2603.07928" TargetMode="External"/><Relationship Id="rId16" Type="http://schemas.openxmlformats.org/officeDocument/2006/relationships/hyperlink" Target="https://arxiv.org/abs/2510.12346" TargetMode="External"/><Relationship Id="rId17" Type="http://schemas.openxmlformats.org/officeDocument/2006/relationships/hyperlink" Target="https://arxiv.org/abs/2503.00692" TargetMode="External"/><Relationship Id="rId18" Type="http://schemas.openxmlformats.org/officeDocument/2006/relationships/hyperlink" Target="https://github.com/jizhang-cmu/autonomy_stack_mecanum_wheel_platform" TargetMode="External"/><Relationship Id="rId19" Type="http://schemas.openxmlformats.org/officeDocument/2006/relationships/hyperlink" Target="https://arxiv.org/abs/2306.12712" TargetMode="External"/><Relationship Id="rId20" Type="http://schemas.openxmlformats.org/officeDocument/2006/relationships/hyperlink" Target="https://sites.google.com/view/dreamriser"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02.05817" TargetMode="External"/><Relationship Id="rId4" Type="http://schemas.openxmlformats.org/officeDocument/2006/relationships/hyperlink" Target="https://dreamflex.github.io" TargetMode="External"/><Relationship Id="rId5" Type="http://schemas.openxmlformats.org/officeDocument/2006/relationships/hyperlink" Target="https://arxiv.org/abs/2602.10399" TargetMode="External"/><Relationship Id="rId6" Type="http://schemas.openxmlformats.org/officeDocument/2006/relationships/hyperlink" Target="https://locovlm.github.io" TargetMode="External"/><Relationship Id="rId7" Type="http://schemas.openxmlformats.org/officeDocument/2006/relationships/hyperlink" Target="https://arxiv.org/abs/2607.11204" TargetMode="External"/><Relationship Id="rId8" Type="http://schemas.openxmlformats.org/officeDocument/2006/relationships/hyperlink" Target="https://arxiv.org/abs/2604.23327" TargetMode="External"/><Relationship Id="rId9" Type="http://schemas.openxmlformats.org/officeDocument/2006/relationships/hyperlink" Target="https://arxiv.org/abs/2501.00112" TargetMode="External"/><Relationship Id="rId10" Type="http://schemas.openxmlformats.org/officeDocument/2006/relationships/hyperlink" Target="https://arxiv.org/abs/2512.07464" TargetMode="External"/><Relationship Id="rId11" Type="http://schemas.openxmlformats.org/officeDocument/2006/relationships/hyperlink" Target="https://arxiv.org/abs/2510.07152" TargetMode="External"/><Relationship Id="rId12" Type="http://schemas.openxmlformats.org/officeDocument/2006/relationships/hyperlink" Target="https://arxiv.org/abs/2606.10288" TargetMode="External"/><Relationship Id="rId13" Type="http://schemas.openxmlformats.org/officeDocument/2006/relationships/hyperlink" Target="https://arxiv.org/abs/2502.10363" TargetMode="External"/><Relationship Id="rId14" Type="http://schemas.openxmlformats.org/officeDocument/2006/relationships/hyperlink" Target="https://why618188.github.io/beamdojo/" TargetMode="External"/><Relationship Id="rId15" Type="http://schemas.openxmlformats.org/officeDocument/2006/relationships/hyperlink" Target="https://arxiv.org/abs/2502.14814" TargetMode="External"/><Relationship Id="rId16" Type="http://schemas.openxmlformats.org/officeDocument/2006/relationships/hyperlink" Target="https://github.com/smoggy-P/elevation_mapping_humanoid" TargetMode="External"/><Relationship Id="rId17" Type="http://schemas.openxmlformats.org/officeDocument/2006/relationships/hyperlink" Target="https://arxiv.org/abs/2607.13472" TargetMode="External"/><Relationship Id="rId18" Type="http://schemas.openxmlformats.org/officeDocument/2006/relationships/hyperlink" Target="https://egohtr.github.io/" TargetMode="External"/><Relationship Id="rId19" Type="http://schemas.openxmlformats.org/officeDocument/2006/relationships/hyperlink" Target="https://huggingface.co/datasets/leggedrobotics/egohtr" TargetMode="External"/><Relationship Id="rId20" Type="http://schemas.openxmlformats.org/officeDocument/2006/relationships/hyperlink" Target="https://arxiv.org/abs/1810.05762" TargetMode="External"/><Relationship Id="rId21"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 Id="rId5" Type="http://schemas.openxmlformats.org/officeDocument/2006/relationships/hyperlink" Target="https://arxiv.org/abs/1910.02812" TargetMode="External"/><Relationship Id="rId6" Type="http://schemas.openxmlformats.org/officeDocument/2006/relationships/hyperlink" Target="https://arxiv.org/abs/1812.11103" TargetMode="External"/><Relationship Id="rId7" Type="http://schemas.openxmlformats.org/officeDocument/2006/relationships/hyperlink" Target="https://sites.google.com/view/minitaur-locomotion/" TargetMode="External"/><Relationship Id="rId8" Type="http://schemas.openxmlformats.org/officeDocument/2006/relationships/hyperlink" Target="https://arxiv.org/abs/1907.03613" TargetMode="External"/><Relationship Id="rId9" Type="http://schemas.openxmlformats.org/officeDocument/2006/relationships/hyperlink" Target="https://arxiv.org/abs/2002.08550" TargetMode="External"/><Relationship Id="rId10" Type="http://schemas.openxmlformats.org/officeDocument/2006/relationships/hyperlink" Target="https://arxiv.org/abs/2004.00784" TargetMode="External"/><Relationship Id="rId11" Type="http://schemas.openxmlformats.org/officeDocument/2006/relationships/hyperlink" Target="https://github.com/erwincoumans/motion_imitation" TargetMode="External"/><Relationship Id="rId12" Type="http://schemas.openxmlformats.org/officeDocument/2006/relationships/hyperlink" Target="https://arxiv.org/abs/2104.04644" TargetMode="External"/><Relationship Id="rId13" Type="http://schemas.openxmlformats.org/officeDocument/2006/relationships/hyperlink" Target="https://arxiv.org/abs/2106.13281" TargetMode="External"/><Relationship Id="rId14" Type="http://schemas.openxmlformats.org/officeDocument/2006/relationships/hyperlink" Target="https://github.com/google/brax" TargetMode="External"/><Relationship Id="rId15" Type="http://schemas.openxmlformats.org/officeDocument/2006/relationships/hyperlink" Target="https://arxiv.org/abs/2110.05457" TargetMode="External"/><Relationship Id="rId16" Type="http://schemas.openxmlformats.org/officeDocument/2006/relationships/hyperlink" Target="https://github.com/lauramsmith/fine-tuning-locomotion" TargetMode="External"/><Relationship Id="rId17" Type="http://schemas.openxmlformats.org/officeDocument/2006/relationships/hyperlink" Target="https://proceedings.mlr.press/v164/yu22a.html" TargetMode="External"/><Relationship Id="rId18" Type="http://schemas.openxmlformats.org/officeDocument/2006/relationships/hyperlink" Target="https://proceedings.mlr.press/v164/bloesch22a.htm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02638" TargetMode="External"/><Relationship Id="rId4" Type="http://schemas.openxmlformats.org/officeDocument/2006/relationships/hyperlink" Target="https://sites.google.com/view/saferlleggedlocomotion/" TargetMode="External"/><Relationship Id="rId5" Type="http://schemas.openxmlformats.org/officeDocument/2006/relationships/hyperlink" Target="https://arxiv.org/abs/2203.17138" TargetMode="External"/><Relationship Id="rId6" Type="http://schemas.openxmlformats.org/officeDocument/2006/relationships/hyperlink" Target="https://arxiv.org/abs/2206.13631" TargetMode="External"/><Relationship Id="rId7" Type="http://schemas.openxmlformats.org/officeDocument/2006/relationships/hyperlink" Target="https://arxiv.org/abs/2207.13224" TargetMode="External"/><Relationship Id="rId8" Type="http://schemas.openxmlformats.org/officeDocument/2006/relationships/hyperlink" Target="https://arxiv.org/abs/2210.04932" TargetMode="External"/><Relationship Id="rId9" Type="http://schemas.openxmlformats.org/officeDocument/2006/relationships/hyperlink" Target="https://arxiv.org/abs/2304.13653" TargetMode="External"/><Relationship Id="rId10" Type="http://schemas.openxmlformats.org/officeDocument/2006/relationships/hyperlink" Target="https://doi.org/10.1126/scirobotics.adi8022" TargetMode="External"/><Relationship Id="rId11" Type="http://schemas.openxmlformats.org/officeDocument/2006/relationships/hyperlink" Target="https://arxiv.org/abs/2305.14654" TargetMode="External"/><Relationship Id="rId12" Type="http://schemas.openxmlformats.org/officeDocument/2006/relationships/hyperlink" Target="https://github.com/google-deepmind/barkour_robot" TargetMode="External"/><Relationship Id="rId13" Type="http://schemas.openxmlformats.org/officeDocument/2006/relationships/hyperlink" Target="https://arxiv.org/abs/2306.07580" TargetMode="External"/><Relationship Id="rId14" Type="http://schemas.openxmlformats.org/officeDocument/2006/relationships/hyperlink" Target="https://saytap.github.io/" TargetMode="External"/><Relationship Id="rId15" Type="http://schemas.openxmlformats.org/officeDocument/2006/relationships/hyperlink" Target="https://arxiv.org/abs/2306.08647" TargetMode="External"/><Relationship Id="rId16" Type="http://schemas.openxmlformats.org/officeDocument/2006/relationships/hyperlink" Target="https://github.com/google-deepmind/language_to_reward_2023" TargetMode="External"/><Relationship Id="rId17" Type="http://schemas.openxmlformats.org/officeDocument/2006/relationships/hyperlink" Target="https://arxiv.org/abs/2402.11450" TargetMode="External"/><Relationship Id="rId18" Type="http://schemas.openxmlformats.org/officeDocument/2006/relationships/hyperlink" Target="https://arxiv.org/abs/2405.00846" TargetMode="External"/><Relationship Id="rId19" Type="http://schemas.openxmlformats.org/officeDocument/2006/relationships/hyperlink" Target="https://arxiv.org/abs/2405.02425" TargetMode="External"/><Relationship Id="rId20"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10.08754" TargetMode="External"/><Relationship Id="rId21" Type="http://schemas.openxmlformats.org/officeDocument/2006/relationships/hyperlink" Target="https://rai-inst.com/resources/papers/whole-body-model-predictive-control-for-spin-aware-quadrupedal-table-tennis/"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arxiv.org/abs/2602.22118" TargetMode="External"/><Relationship Id="rId6" Type="http://schemas.openxmlformats.org/officeDocument/2006/relationships/hyperlink" Target="https://rai-inst.com/resources/blog/designing-wheeled-robotic-systems/" TargetMode="External"/><Relationship Id="rId7" Type="http://schemas.openxmlformats.org/officeDocument/2006/relationships/hyperlink" Target="https://rai-inst.com/resources/videos/meet-roadrunner-a-bipedal-wheeled-robot-for-multi-modal-locomotion/" TargetMode="External"/><Relationship Id="rId8" Type="http://schemas.openxmlformats.org/officeDocument/2006/relationships/hyperlink" Target="https://arxiv.org/abs/2604.08508" TargetMode="External"/><Relationship Id="rId9" Type="http://schemas.openxmlformats.org/officeDocument/2006/relationships/hyperlink" Target="https://sumo.rai-inst.com" TargetMode="External"/><Relationship Id="rId10" Type="http://schemas.openxmlformats.org/officeDocument/2006/relationships/hyperlink" Target="https://github.com/rai-opensource/sumo" TargetMode="External"/><Relationship Id="rId11" Type="http://schemas.openxmlformats.org/officeDocument/2006/relationships/hyperlink" Target="https://arxiv.org/abs/2408.01258" TargetMode="External"/><Relationship Id="rId12" Type="http://schemas.openxmlformats.org/officeDocument/2006/relationships/hyperlink" Target="https://arxiv.org/abs/2608.12063" TargetMode="External"/><Relationship Id="rId13" Type="http://schemas.openxmlformats.org/officeDocument/2006/relationships/hyperlink" Target="https://pages.rai-inst.com/smpc2rl/" TargetMode="External"/><Relationship Id="rId14" Type="http://schemas.openxmlformats.org/officeDocument/2006/relationships/hyperlink" Target="https://doi.org/10.1109/IROS.2018.8594448" TargetMode="External"/><Relationship Id="rId15" Type="http://schemas.openxmlformats.org/officeDocument/2006/relationships/hyperlink" Target="https://github.com/mit-biomimetics/Cheetah-Software" TargetMode="External"/><Relationship Id="rId16" Type="http://schemas.openxmlformats.org/officeDocument/2006/relationships/hyperlink" Target="https://doi.org/10.1109/ICRA.2019.8793865" TargetMode="External"/><Relationship Id="rId17" Type="http://schemas.openxmlformats.org/officeDocument/2006/relationships/hyperlink" Target="https://arxiv.org/abs/2111.01674" TargetMode="External"/><Relationship Id="rId18" Type="http://schemas.openxmlformats.org/officeDocument/2006/relationships/hyperlink" Target="https://arxiv.org/abs/2112.02094" TargetMode="External"/><Relationship Id="rId19" Type="http://schemas.openxmlformats.org/officeDocument/2006/relationships/hyperlink" Target="https://github.com/MarkFzp/navigation-locomotion" TargetMode="External"/><Relationship Id="rId20" Type="http://schemas.openxmlformats.org/officeDocument/2006/relationships/hyperlink" Target="https://arxiv.org/abs/2202.05481" TargetMode="External"/><Relationship Id="rId21" Type="http://schemas.openxmlformats.org/officeDocument/2006/relationships/hyperlink" Target="https://github.com/karlji1021/Cheetah-Software"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205.02824" TargetMode="External"/><Relationship Id="rId4" Type="http://schemas.openxmlformats.org/officeDocument/2006/relationships/hyperlink" Target="https://doi.org/10.1177/02783649231224053" TargetMode="External"/><Relationship Id="rId5" Type="http://schemas.openxmlformats.org/officeDocument/2006/relationships/hyperlink" Target="https://github.com/Improbable-AI/rapid-locomotion-rl" TargetMode="External"/><Relationship Id="rId6" Type="http://schemas.openxmlformats.org/officeDocument/2006/relationships/hyperlink" Target="https://arxiv.org/abs/2211.07638" TargetMode="External"/><Relationship Id="rId7" Type="http://schemas.openxmlformats.org/officeDocument/2006/relationships/hyperlink" Target="https://vision-locomotion.github.io/" TargetMode="External"/><Relationship Id="rId8" Type="http://schemas.openxmlformats.org/officeDocument/2006/relationships/hyperlink" Target="https://doi.org/10.1126/scirobotics.ade2256" TargetMode="External"/><Relationship Id="rId9" Type="http://schemas.openxmlformats.org/officeDocument/2006/relationships/hyperlink" Target="https://news.kaist.ac.kr/newsen/html/news/?mode=V&amp;mng_no=26590" TargetMode="External"/><Relationship Id="rId10" Type="http://schemas.openxmlformats.org/officeDocument/2006/relationships/hyperlink" Target="https://arxiv.org/abs/2304.01159" TargetMode="External"/><Relationship Id="rId11" Type="http://schemas.openxmlformats.org/officeDocument/2006/relationships/hyperlink" Target="https://github.com/Improbable-AI/dribblebot" TargetMode="External"/><Relationship Id="rId12" Type="http://schemas.openxmlformats.org/officeDocument/2006/relationships/hyperlink" Target="https://arxiv.org/abs/2308.15143" TargetMode="External"/><Relationship Id="rId13" Type="http://schemas.openxmlformats.org/officeDocument/2006/relationships/hyperlink" Target="https://doi.org/10.1038/s42256-024-00861-3" TargetMode="External"/><Relationship Id="rId14" Type="http://schemas.openxmlformats.org/officeDocument/2006/relationships/hyperlink" Target="https://tencent-roboticsx.github.io/lifelike-agility-and-play/" TargetMode="External"/><Relationship Id="rId15" Type="http://schemas.openxmlformats.org/officeDocument/2006/relationships/hyperlink" Target="https://arxiv.org/abs/2309.02745" TargetMode="External"/><Relationship Id="rId16" Type="http://schemas.openxmlformats.org/officeDocument/2006/relationships/hyperlink" Target="https://doi.org/10.1109/LRA.2024.3371910" TargetMode="External"/><Relationship Id="rId17" Type="http://schemas.openxmlformats.org/officeDocument/2006/relationships/hyperlink" Target="https://arxiv.org/abs/2311.01405" TargetMode="External"/><Relationship Id="rId18" Type="http://schemas.openxmlformats.org/officeDocument/2006/relationships/hyperlink" Target="https://gmargo11.github.io/active-sensing-loco/" TargetMode="External"/><Relationship Id="rId19" Type="http://schemas.openxmlformats.org/officeDocument/2006/relationships/hyperlink" Target="https://doi.org/10.1038/s41586-026-11102-5" TargetMode="External"/><Relationship Id="rId20" Type="http://schemas.openxmlformats.org/officeDocument/2006/relationships/hyperlink" Target="https://doi.org/10.21203/rs.3.rs-6040970/v1" TargetMode="External"/><Relationship Id="rId21" Type="http://schemas.openxmlformats.org/officeDocument/2006/relationships/hyperlink" Target="https://news.kaist.ac.kr/news/html/news/?mode=V&amp;mng_no=67550" TargetMode="External"/><Relationship Id="rId22" Type="http://schemas.openxmlformats.org/officeDocument/2006/relationships/hyperlink" Target="https://github.com/railabatkaist/raisimGym_nature" TargetMode="External"/><Relationship Id="rId23" Type="http://schemas.openxmlformats.org/officeDocument/2006/relationships/hyperlink" Target="https://arxiv.org/abs/2011.01387" TargetMode="External"/><Relationship Id="rId24" Type="http://schemas.openxmlformats.org/officeDocument/2006/relationships/hyperlink" Target="https://arxiv.org/abs/2105.08328"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303.03381" TargetMode="External"/><Relationship Id="rId4" Type="http://schemas.openxmlformats.org/officeDocument/2006/relationships/hyperlink" Target="https://learning-humanoid-locomotion.github.io" TargetMode="External"/><Relationship Id="rId5" Type="http://schemas.openxmlformats.org/officeDocument/2006/relationships/hyperlink" Target="https://arxiv.org/abs/2401.16889" TargetMode="External"/><Relationship Id="rId6" Type="http://schemas.openxmlformats.org/officeDocument/2006/relationships/hyperlink" Target="https://github.com/HybridRobotics/cassie_rl_walking" TargetMode="External"/><Relationship Id="rId7" Type="http://schemas.openxmlformats.org/officeDocument/2006/relationships/hyperlink" Target="https://arxiv.org/abs/2402.16796" TargetMode="External"/><Relationship Id="rId8" Type="http://schemas.openxmlformats.org/officeDocument/2006/relationships/hyperlink" Target="https://github.com/chengxuxin/expressive-humanoid" TargetMode="External"/><Relationship Id="rId9" Type="http://schemas.openxmlformats.org/officeDocument/2006/relationships/hyperlink" Target="https://arxiv.org/abs/2402.19469" TargetMode="External"/><Relationship Id="rId10" Type="http://schemas.openxmlformats.org/officeDocument/2006/relationships/hyperlink" Target="https://humanoid-next-token-prediction.github.io" TargetMode="External"/><Relationship Id="rId11" Type="http://schemas.openxmlformats.org/officeDocument/2006/relationships/hyperlink" Target="https://arxiv.org/abs/2403.04436" TargetMode="External"/><Relationship Id="rId12" Type="http://schemas.openxmlformats.org/officeDocument/2006/relationships/hyperlink" Target="https://github.com/LeCAR-Lab/human2humanoid" TargetMode="External"/><Relationship Id="rId13" Type="http://schemas.openxmlformats.org/officeDocument/2006/relationships/hyperlink" Target="https://arxiv.org/abs/2406.08858" TargetMode="External"/><Relationship Id="rId14" Type="http://schemas.openxmlformats.org/officeDocument/2006/relationships/hyperlink" Target="https://arxiv.org/abs/2406.10454" TargetMode="External"/><Relationship Id="rId15" Type="http://schemas.openxmlformats.org/officeDocument/2006/relationships/hyperlink" Target="https://github.com/MarkFzp/humanplus" TargetMode="External"/><Relationship Id="rId16" Type="http://schemas.openxmlformats.org/officeDocument/2006/relationships/hyperlink" Target="https://arxiv.org/abs/2406.10759" TargetMode="External"/><Relationship Id="rId17" Type="http://schemas.openxmlformats.org/officeDocument/2006/relationships/hyperlink" Target="https://humanoid4parkour.github.io" TargetMode="External"/><Relationship Id="rId18" Type="http://schemas.openxmlformats.org/officeDocument/2006/relationships/hyperlink" Target="https://arxiv.org/abs/2407.21781" TargetMode="External"/><Relationship Id="rId19" Type="http://schemas.openxmlformats.org/officeDocument/2006/relationships/hyperlink" Target="https://github.com/HybridRobotics/isaac_berkeley_humanoid" TargetMode="External"/><Relationship Id="rId20" Type="http://schemas.openxmlformats.org/officeDocument/2006/relationships/hyperlink" Target="https://arxiv.org/abs/2410.03654" TargetMode="External"/><Relationship Id="rId21" Type="http://schemas.openxmlformats.org/officeDocument/2006/relationships/hyperlink" Target="https://humanoid-challenging-terrain.github.io" TargetMode="External"/><Relationship Id="rId22" Type="http://schemas.openxmlformats.org/officeDocument/2006/relationships/hyperlink" Target="https://www.agilityrobotics.com/content/crossing-sim2real-gap-with-isaaclab" TargetMode="External"/><Relationship Id="rId23" Type="http://schemas.openxmlformats.org/officeDocument/2006/relationships/hyperlink" Target="https://www.agilityrobotics.com/content/training-a-whole-body-control-foundation-model" TargetMode="External"/><Relationship Id="rId24" Type="http://schemas.openxmlformats.org/officeDocument/2006/relationships/hyperlink" Target="https://www.agilityrobotics.com/content/agility-and-ai" TargetMode="External"/><Relationship Id="rId25" Type="http://schemas.openxmlformats.org/officeDocument/2006/relationships/hyperlink" Target="https://arxiv.org/abs/2411.14386"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4.17249" TargetMode="External"/><Relationship Id="rId6" Type="http://schemas.openxmlformats.org/officeDocument/2006/relationships/hyperlink" Target="https://github.com/HybridRobotics/berkeley-humanoid-lite" TargetMode="External"/><Relationship Id="rId7" Type="http://schemas.openxmlformats.org/officeDocument/2006/relationships/hyperlink" Target="https://arxiv.org/abs/2505.03738" TargetMode="External"/><Relationship Id="rId8" Type="http://schemas.openxmlformats.org/officeDocument/2006/relationships/hyperlink" Target="https://github.com/OpenTeleVision/AMO" TargetMode="External"/><Relationship Id="rId9" Type="http://schemas.openxmlformats.org/officeDocument/2006/relationships/hyperlink" Target="https://arxiv.org/abs/2506.14770" TargetMode="External"/><Relationship Id="rId10" Type="http://schemas.openxmlformats.org/officeDocument/2006/relationships/hyperlink" Target="https://github.com/zixuan417/humanoid-general-motion-tracking" TargetMode="External"/><Relationship Id="rId11" Type="http://schemas.openxmlformats.org/officeDocument/2006/relationships/hyperlink" Target="https://arxiv.org/abs/2508.08241" TargetMode="External"/><Relationship Id="rId12" Type="http://schemas.openxmlformats.org/officeDocument/2006/relationships/hyperlink" Target="https://github.com/HybridRobotics/whole_body_tracking" TargetMode="External"/><Relationship Id="rId13" Type="http://schemas.openxmlformats.org/officeDocument/2006/relationships/hyperlink" Target="https://arxiv.org/abs/2609.18732" TargetMode="External"/><Relationship Id="rId14" Type="http://schemas.openxmlformats.org/officeDocument/2006/relationships/hyperlink" Target="https://galaxygeneralrobotics.github.io/PASSAGE/" TargetMode="External"/><Relationship Id="rId15" Type="http://schemas.openxmlformats.org/officeDocument/2006/relationships/hyperlink" Target="https://github.com/jizhang-cmu/autonomy_stack_diablo_setup" TargetMode="External"/><Relationship Id="rId16" Type="http://schemas.openxmlformats.org/officeDocument/2006/relationships/hyperlink" Target="https://arxiv.org/abs/2508.07611" TargetMode="External"/><Relationship Id="rId17" Type="http://schemas.openxmlformats.org/officeDocument/2006/relationships/hyperlink" Target="https://arxiv.org/abs/2511.19709" TargetMode="External"/><Relationship Id="rId18" Type="http://schemas.openxmlformats.org/officeDocument/2006/relationships/hyperlink" Target="https://arxiv.org/abs/2601.12790" TargetMode="External"/><Relationship Id="rId19" Type="http://schemas.openxmlformats.org/officeDocument/2006/relationships/hyperlink" Target="https://arxiv.org/abs/2601.17440" TargetMode="External"/><Relationship Id="rId20" Type="http://schemas.openxmlformats.org/officeDocument/2006/relationships/hyperlink" Target="https://arxiv.org/abs/2604.07457" TargetMode="External"/><Relationship Id="rId21" Type="http://schemas.openxmlformats.org/officeDocument/2006/relationships/hyperlink" Target="https://shepherd1226.github.io/CMP/" TargetMode="External"/><Relationship Id="rId22" Type="http://schemas.openxmlformats.org/officeDocument/2006/relationships/hyperlink" Target="https://arxiv.org/abs/2606.00637" TargetMode="External"/><Relationship Id="rId23" Type="http://schemas.openxmlformats.org/officeDocument/2006/relationships/hyperlink" Target="https://arxiv.org/abs/2606.23249"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doi.org/10.1109/LRA.2026.3734869" TargetMode="External"/><Relationship Id="rId4" Type="http://schemas.openxmlformats.org/officeDocument/2006/relationships/hyperlink" Target="https://arxiv.org/abs/2610.24675" TargetMode="External"/><Relationship Id="rId5"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hdl.handle.net/10630/48147" TargetMode="External"/><Relationship Id="rId6" Type="http://schemas.openxmlformats.org/officeDocument/2006/relationships/hyperlink" Target="https://arxiv.org/abs/2610.16199" TargetMode="External"/><Relationship Id="rId7" Type="http://schemas.openxmlformats.org/officeDocument/2006/relationships/hyperlink" Target="https://arxiv.org/abs/2606.30754" TargetMode="External"/><Relationship Id="rId8" Type="http://schemas.openxmlformats.org/officeDocument/2006/relationships/hyperlink" Target="https://github.com/robot-learning-freiburg/LaGS" TargetMode="External"/><Relationship Id="rId9" Type="http://schemas.openxmlformats.org/officeDocument/2006/relationships/hyperlink" Target="https://arxiv.org/abs/2603.08521" TargetMode="External"/><Relationship Id="rId10" Type="http://schemas.openxmlformats.org/officeDocument/2006/relationships/hyperlink" Target="https://github.com/YouthZest-Lin/OccTrack360"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451" cy="3802536"/>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SEA-Nav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451" cy="591264"/>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49" cy="3179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449" cy="383404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846" cy="3376848"/>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846" cy="37710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846" cy="37263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PDF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코드(OCS2)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링크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Science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846" cy="3560760"/>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846" cy="36948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환경 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846" cy="36501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후속 기체 설계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3F0E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846" cy="37395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846" cy="36186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AME-2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846" cy="37395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846" cy="3784200"/>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RAI 페이지</a:t>
                      </a:r>
                    </a:p>
                  </a:txBody>
                  <a:tcPr marL="63500" marR="63500" marT="12700" marB="12700">
                    <a:solidFill>
                      <a:srgbClr val="FFFDF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846" cy="381571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ZEST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RAI 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페이지</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846" cy="36186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KAIST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RA-L</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846" cy="3771024"/>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846" cy="3802536"/>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846" cy="712152"/>
        </p:xfrm>
        <a:graphic>
          <a:graphicData uri="http://schemas.openxmlformats.org/drawingml/2006/table">
            <a:tbl>
              <a:tblPr firstRow="1" bandRow="1">
                <a:tableStyleId>{5C22544A-7EE6-4342-B048-85BDC9FD1C3A}</a:tableStyleId>
              </a:tblPr>
              <a:tblGrid>
                <a:gridCol w="2893020"/>
                <a:gridCol w="1475680"/>
                <a:gridCol w="4874816"/>
                <a:gridCol w="662880"/>
                <a:gridCol w="106045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50" cy="3014184"/>
        </p:xfrm>
        <a:graphic>
          <a:graphicData uri="http://schemas.openxmlformats.org/drawingml/2006/table">
            <a:tbl>
              <a:tblPr firstRow="1" bandRow="1">
                <a:tableStyleId>{5C22544A-7EE6-4342-B048-85BDC9FD1C3A}</a:tableStyleId>
              </a:tblPr>
              <a:tblGrid>
                <a:gridCol w="2154833"/>
                <a:gridCol w="2215753"/>
                <a:gridCol w="5488186"/>
                <a:gridCol w="572889"/>
                <a:gridCol w="5347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 (GMU)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바위 지형을 지난 주행의 기울기·속도 어긋남·자세 예측 오차로 다시 매긴다. 한 코스 10회에서 성공 9/10(TNT 없는 MPPI 6/10),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 (NUDT)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POLT. 고유 감각으로 traversability를 주행 중에 배우고, 동적 메모리로 오프라인 물리 prior와 합친다. 2026-10-26 현재 본문 미공개(초록만)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Diaz-Pichardo, Mandow, Vázquez-Martín (말라가 대학)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OCRA. 좁은 고도 지도에서 학습한 정책이 진행 방향 seed 사이에 rollout 192개를 나눈다. 균일 배분보다 주행 거리 12–16 %, 위반 20–49 %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원고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Lee, Lim, Choi, Kim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캐스터를 단 차동구동 AMR의 두 층 제어. RL 실행 층이 캐스터 상태와 분산을 예측하고, NMPC가 그 분산으로 비용 가중치를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Nürnberg, Miron, Valada (Freiburg, Bosch)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SGE. 가우시안 8,192개의 장면 상태에 관측 신뢰도를 쌓아 가려진 정적 구조를 유지하는 4D panoptic occupancy 추적. Best Paper·Best Student Paper 결선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Luo, Yang 등 (후난 대학)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KITTI-360 측면 어안 2대의 4D panoptic occupancy 추적 벤치마크. 가림 마스크와 어안 시야 마스크 밖의 칸을 학습과 평가에서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