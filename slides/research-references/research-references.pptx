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9.20983" TargetMode="External"/><Relationship Id="rId4" Type="http://schemas.openxmlformats.org/officeDocument/2006/relationships/hyperlink" Target="https://arxiv.org/abs/2304.07193" TargetMode="External"/><Relationship Id="rId5" Type="http://schemas.openxmlformats.org/officeDocument/2006/relationships/hyperlink" Target="https://github.com/facebookresearch/dinov2" TargetMode="External"/><Relationship Id="rId6" Type="http://schemas.openxmlformats.org/officeDocument/2006/relationships/hyperlink" Target="https://arxiv.org/abs/2508.10104" TargetMode="External"/><Relationship Id="rId7" Type="http://schemas.openxmlformats.org/officeDocument/2006/relationships/hyperlink" Target="https://github.com/facebookresearch/dinov3" TargetMode="External"/><Relationship Id="rId8" Type="http://schemas.openxmlformats.org/officeDocument/2006/relationships/hyperlink" Target="https://arxiv.org/abs/2406.09414" TargetMode="External"/><Relationship Id="rId9" Type="http://schemas.openxmlformats.org/officeDocument/2006/relationships/hyperlink" Target="https://github.com/DepthAnything/Depth-Anything-V2" TargetMode="External"/><Relationship Id="rId10" Type="http://schemas.openxmlformats.org/officeDocument/2006/relationships/hyperlink" Target="https://arxiv.org/abs/2511.10647" TargetMode="External"/><Relationship Id="rId11" Type="http://schemas.openxmlformats.org/officeDocument/2006/relationships/hyperlink" Target="https://github.com/ByteDance-Seed/Depth-Anything-3" TargetMode="External"/><Relationship Id="rId12" Type="http://schemas.openxmlformats.org/officeDocument/2006/relationships/hyperlink" Target="https://arxiv.org/abs/2408.00714" TargetMode="External"/><Relationship Id="rId13" Type="http://schemas.openxmlformats.org/officeDocument/2006/relationships/hyperlink" Target="https://github.com/facebookresearch/sam2" TargetMode="External"/><Relationship Id="rId14" Type="http://schemas.openxmlformats.org/officeDocument/2006/relationships/hyperlink" Target="https://arxiv.org/abs/2511.16719" TargetMode="External"/><Relationship Id="rId15" Type="http://schemas.openxmlformats.org/officeDocument/2006/relationships/hyperlink" Target="https://github.com/facebookresearch/sam3" TargetMode="External"/><Relationship Id="rId16" Type="http://schemas.openxmlformats.org/officeDocument/2006/relationships/hyperlink" Target="https://arxiv.org/abs/2303.05499" TargetMode="External"/><Relationship Id="rId17" Type="http://schemas.openxmlformats.org/officeDocument/2006/relationships/hyperlink" Target="https://github.com/IDEA-Research/GroundingDINO" TargetMode="External"/><Relationship Id="rId18" Type="http://schemas.openxmlformats.org/officeDocument/2006/relationships/hyperlink" Target="https://github.com/ultralytics/ultralytics" TargetMode="External"/><Relationship Id="rId19" Type="http://schemas.openxmlformats.org/officeDocument/2006/relationships/hyperlink" Target="https://arxiv.org/abs/2304.08069" TargetMode="External"/><Relationship Id="rId20" Type="http://schemas.openxmlformats.org/officeDocument/2006/relationships/hyperlink" Target="https://github.com/lyuwenyu/RT-DETR" TargetMode="External"/><Relationship Id="rId21" Type="http://schemas.openxmlformats.org/officeDocument/2006/relationships/hyperlink" Target="https://arxiv.org/abs/2405.14458" TargetMode="External"/><Relationship Id="rId22" Type="http://schemas.openxmlformats.org/officeDocument/2006/relationships/hyperlink" Target="https://github.com/THU-MIG/yolov10" TargetMode="External"/><Relationship Id="rId23" Type="http://schemas.openxmlformats.org/officeDocument/2006/relationships/hyperlink" Target="https://arxiv.org/abs/2410.13842" TargetMode="External"/><Relationship Id="rId24" Type="http://schemas.openxmlformats.org/officeDocument/2006/relationships/hyperlink" Target="https://github.com/Peterande/D-FINE" TargetMode="External"/><Relationship Id="rId25" Type="http://schemas.openxmlformats.org/officeDocument/2006/relationships/hyperlink" Target="https://arxiv.org/abs/2511.09554" TargetMode="External"/><Relationship Id="rId26" Type="http://schemas.openxmlformats.org/officeDocument/2006/relationships/hyperlink" Target="https://github.com/roboflow/rf-detr" TargetMode="External"/><Relationship Id="rId27" Type="http://schemas.openxmlformats.org/officeDocument/2006/relationships/hyperlink" Target="https://arxiv.org/abs/2110.06864" TargetMode="External"/><Relationship Id="rId28" Type="http://schemas.openxmlformats.org/officeDocument/2006/relationships/hyperlink" Target="https://github.com/FoundationVision/ByteTrack" TargetMode="External"/><Relationship Id="rId29" Type="http://schemas.openxmlformats.org/officeDocument/2006/relationships/hyperlink" Target="https://arxiv.org/abs/2206.14651" TargetMode="External"/><Relationship Id="rId30" Type="http://schemas.openxmlformats.org/officeDocument/2006/relationships/hyperlink" Target="https://github.com/NirAharon/BoT-SORT" TargetMode="External"/><Relationship Id="rId31" Type="http://schemas.openxmlformats.org/officeDocument/2006/relationships/hyperlink" Target="https://arxiv.org/abs/1803.10892" TargetMode="External"/><Relationship Id="rId32" Type="http://schemas.openxmlformats.org/officeDocument/2006/relationships/hyperlink" Target="https://github.com/agrimgupta92/sgan" TargetMode="External"/><Relationship Id="rId33" Type="http://schemas.openxmlformats.org/officeDocument/2006/relationships/hyperlink" Target="https://arxiv.org/abs/1903.07933" TargetMode="External"/><Relationship Id="rId34" Type="http://schemas.openxmlformats.org/officeDocument/2006/relationships/hyperlink" Target="https://arxiv.org/abs/2103.14023" TargetMode="External"/><Relationship Id="rId35" Type="http://schemas.openxmlformats.org/officeDocument/2006/relationships/hyperlink" Target="https://github.com/Khrylx/AgentForme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3.13777" TargetMode="External"/><Relationship Id="rId4" Type="http://schemas.openxmlformats.org/officeDocument/2006/relationships/hyperlink" Target="https://github.com/gutianpei/MID" TargetMode="External"/><Relationship Id="rId5" Type="http://schemas.openxmlformats.org/officeDocument/2006/relationships/hyperlink" Target="https://arxiv.org/abs/2303.10895" TargetMode="External"/><Relationship Id="rId6" Type="http://schemas.openxmlformats.org/officeDocument/2006/relationships/hyperlink" Target="https://github.com/MediaBrain-SJTU/LED" TargetMode="External"/><Relationship Id="rId7" Type="http://schemas.openxmlformats.org/officeDocument/2006/relationships/hyperlink" Target="https://arxiv.org/abs/2403.18452"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arxiv.org/abs/2503.09950" TargetMode="External"/><Relationship Id="rId10" Type="http://schemas.openxmlformats.org/officeDocument/2006/relationships/hyperlink" Target="https://github.com/DSL-Lab/MoFlow" TargetMode="External"/><Relationship Id="rId11" Type="http://schemas.openxmlformats.org/officeDocument/2006/relationships/hyperlink" Target="https://arxiv.org/abs/2006.11275" TargetMode="External"/><Relationship Id="rId12" Type="http://schemas.openxmlformats.org/officeDocument/2006/relationships/hyperlink" Target="https://github.com/tianweiy/CenterPoint" TargetMode="External"/><Relationship Id="rId13" Type="http://schemas.openxmlformats.org/officeDocument/2006/relationships/hyperlink" Target="https://arxiv.org/abs/1907.03961" TargetMode="External"/><Relationship Id="rId14" Type="http://schemas.openxmlformats.org/officeDocument/2006/relationships/hyperlink" Target="https://github.com/xinshuoweng/AB3DMOT" TargetMode="External"/><Relationship Id="rId15" Type="http://schemas.openxmlformats.org/officeDocument/2006/relationships/hyperlink" Target="https://arxiv.org/abs/2012.12395" TargetMode="External"/><Relationship Id="rId16" Type="http://schemas.openxmlformats.org/officeDocument/2006/relationships/hyperlink" Target="https://arxiv.org/abs/2003.06754" TargetMode="External"/><Relationship Id="rId17" Type="http://schemas.openxmlformats.org/officeDocument/2006/relationships/hyperlink" Target="https://github.com/pxiangwu/MotionNet" TargetMode="External"/><Relationship Id="rId18" Type="http://schemas.openxmlformats.org/officeDocument/2006/relationships/hyperlink" Target="https://arxiv.org/abs/2406.08691" TargetMode="External"/><Relationship Id="rId19" Type="http://schemas.openxmlformats.org/officeDocument/2006/relationships/hyperlink" Target="https://arxiv.org/abs/2004.14079" TargetMode="External"/><Relationship Id="rId20" Type="http://schemas.openxmlformats.org/officeDocument/2006/relationships/hyperlink" Target="https://github.com/VisualComputingInstitute/2D_lidar_person_detection" TargetMode="External"/><Relationship Id="rId21" Type="http://schemas.openxmlformats.org/officeDocument/2006/relationships/hyperlink" Target="https://arxiv.org/abs/2412.15000" TargetMode="External"/><Relationship Id="rId22" Type="http://schemas.openxmlformats.org/officeDocument/2006/relationships/hyperlink" Target="https://arxiv.org/abs/1910.11792" TargetMode="External"/><Relationship Id="rId23" Type="http://schemas.openxmlformats.org/officeDocument/2006/relationships/hyperlink" Target="https://jrdb.erc.monash.edu/" TargetMode="External"/><Relationship Id="rId24" Type="http://schemas.openxmlformats.org/officeDocument/2006/relationships/hyperlink" Target="https://arxiv.org/abs/2107.06780" TargetMode="External"/><Relationship Id="rId25" Type="http://schemas.openxmlformats.org/officeDocument/2006/relationships/hyperlink" Target="https://github.com/VisualComputingInstitute/Person_MinkUNet" TargetMode="External"/><Relationship Id="rId26" Type="http://schemas.openxmlformats.org/officeDocument/2006/relationships/hyperlink" Target="https://arxiv.org/abs/2106.11239" TargetMode="External"/><Relationship Id="rId27" Type="http://schemas.openxmlformats.org/officeDocument/2006/relationships/hyperlink" Target="https://arxiv.org/abs/2408.15503" TargetMode="External"/><Relationship Id="rId28" Type="http://schemas.openxmlformats.org/officeDocument/2006/relationships/hyperlink" Target="https://github.com/suhaisheng/RoboSense" TargetMode="External"/><Relationship Id="rId29" Type="http://schemas.openxmlformats.org/officeDocument/2006/relationships/hyperlink" Target="https://arxiv.org/abs/1906.06059" TargetMode="External"/><Relationship Id="rId30" Type="http://schemas.openxmlformats.org/officeDocument/2006/relationships/hyperlink" Target="https://github.com/vita-epfl/monoloco" TargetMode="External"/><Relationship Id="rId31" Type="http://schemas.openxmlformats.org/officeDocument/2006/relationships/hyperlink" Target="https://github.com/ros-navigation/navigation2_dynamic" TargetMode="External"/><Relationship Id="rId32" Type="http://schemas.openxmlformats.org/officeDocument/2006/relationships/hyperlink" Target="https://www.nature.com/articles/s41467-023-44554-8" TargetMode="External"/><Relationship Id="rId33" Type="http://schemas.openxmlformats.org/officeDocument/2006/relationships/hyperlink" Target="https://github.com/hku-mars/M-detecto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304.10049" TargetMode="External"/><Relationship Id="rId4" Type="http://schemas.openxmlformats.org/officeDocument/2006/relationships/hyperlink" Target="https://github.com/ethz-asl/dynablox" TargetMode="External"/><Relationship Id="rId5" Type="http://schemas.openxmlformats.org/officeDocument/2006/relationships/hyperlink" Target="https://arxiv.org/abs/1605.02406" TargetMode="External"/><Relationship Id="rId6" Type="http://schemas.openxmlformats.org/officeDocument/2006/relationships/hyperlink" Target="https://github.com/TheCodez/dynamic-occupancy-grid-map" TargetMode="External"/><Relationship Id="rId7" Type="http://schemas.openxmlformats.org/officeDocument/2006/relationships/hyperlink" Target="https://arxiv.org/abs/2510.00405" TargetMode="External"/><Relationship Id="rId8" Type="http://schemas.openxmlformats.org/officeDocument/2006/relationships/hyperlink" Target="https://arxiv.org/abs/2602.09076" TargetMode="External"/><Relationship Id="rId9" Type="http://schemas.openxmlformats.org/officeDocument/2006/relationships/hyperlink" Target="https://arxiv.org/abs/2508.05634" TargetMode="External"/><Relationship Id="rId10" Type="http://schemas.openxmlformats.org/officeDocument/2006/relationships/hyperlink" Target="https://arxiv.org/abs/2601.09856" TargetMode="External"/><Relationship Id="rId11" Type="http://schemas.openxmlformats.org/officeDocument/2006/relationships/hyperlink" Target="https://arxiv.org/abs/2609.06195" TargetMode="External"/><Relationship Id="rId12" Type="http://schemas.openxmlformats.org/officeDocument/2006/relationships/hyperlink" Target="https://arxiv.org/abs/2603.10407" TargetMode="External"/><Relationship Id="rId13" Type="http://schemas.openxmlformats.org/officeDocument/2006/relationships/hyperlink" Target="https://github.com/fate-79/Rethinking-Gaussian-Trajectory-Predictors" TargetMode="External"/><Relationship Id="rId14"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9.0605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github.com/url-kais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github.com/RIVeR-Lab/Chance-Constrained-MPC" TargetMode="External"/><Relationship Id="rId8" Type="http://schemas.openxmlformats.org/officeDocument/2006/relationships/hyperlink" Target="https://cc-mpc.github.io/" TargetMode="External"/><Relationship Id="rId9" Type="http://schemas.openxmlformats.org/officeDocument/2006/relationships/hyperlink" Target="https://arxiv.org/abs/2505.00488" TargetMode="External"/><Relationship Id="rId10" Type="http://schemas.openxmlformats.org/officeDocument/2006/relationships/hyperlink" Target="https://arxiv.org/abs/2509.10771" TargetMode="External"/><Relationship Id="rId11" Type="http://schemas.openxmlformats.org/officeDocument/2006/relationships/hyperlink" Target="https://github.com/leggedrobotics/rsl_rl"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arxiv.org/abs/2601.22074" TargetMode="External"/><Relationship Id="rId15" Type="http://schemas.openxmlformats.org/officeDocument/2006/relationships/hyperlink" Target="https://github.com/mujocolab/mjlab" TargetMode="External"/><Relationship Id="rId16" Type="http://schemas.openxmlformats.org/officeDocument/2006/relationships/hyperlink" Target="https://github.com/unitreerobotics/unitree_rl_mjlab" TargetMode="External"/><Relationship Id="rId17" Type="http://schemas.openxmlformats.org/officeDocument/2006/relationships/hyperlink" Target="https://github.com/unitreerobotics/unitree_rl_lab" TargetMode="External"/><Relationship Id="rId18" Type="http://schemas.openxmlformats.org/officeDocument/2006/relationships/hyperlink" Target="https://github.com/fan-ziqi/robot_lab"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fan-ziqi/rl_sar" TargetMode="External"/><Relationship Id="rId4" Type="http://schemas.openxmlformats.org/officeDocument/2006/relationships/hyperlink" Target="https://github.com/unitreerobotics/unitree_mujoco" TargetMode="External"/><Relationship Id="rId5" Type="http://schemas.openxmlformats.org/officeDocument/2006/relationships/hyperlink" Target="https://arxiv.org/abs/2312.11460" TargetMode="External"/><Relationship Id="rId6" Type="http://schemas.openxmlformats.org/officeDocument/2006/relationships/hyperlink" Target="https://github.com/InternRobotics/HIMLoco" TargetMode="External"/><Relationship Id="rId7" Type="http://schemas.openxmlformats.org/officeDocument/2006/relationships/hyperlink" Target="https://arxiv.org/abs/2203.15103" TargetMode="External"/><Relationship Id="rId8" Type="http://schemas.openxmlformats.org/officeDocument/2006/relationships/hyperlink" Target="https://github.com/escontra/AMP_for_hardware" TargetMode="External"/><Relationship Id="rId9" Type="http://schemas.openxmlformats.org/officeDocument/2006/relationships/hyperlink" Target="https://arxiv.org/abs/2601.17428" TargetMode="External"/><Relationship Id="rId10" Type="http://schemas.openxmlformats.org/officeDocument/2006/relationships/hyperlink" Target="https://arxiv.org/abs/2109.11978" TargetMode="External"/><Relationship Id="rId11" Type="http://schemas.openxmlformats.org/officeDocument/2006/relationships/hyperlink" Target="https://arxiv.org/abs/2010.11251" TargetMode="External"/><Relationship Id="rId12" Type="http://schemas.openxmlformats.org/officeDocument/2006/relationships/hyperlink" Target="https://arxiv.org/abs/2306.14874" TargetMode="External"/><Relationship Id="rId13" Type="http://schemas.openxmlformats.org/officeDocument/2006/relationships/hyperlink" Target="https://arxiv.org/abs/1809.03557" TargetMode="External"/><Relationship Id="rId14" Type="http://schemas.openxmlformats.org/officeDocument/2006/relationships/hyperlink" Target="https://arxiv.org/abs/1909.07193" TargetMode="External"/><Relationship Id="rId15" Type="http://schemas.openxmlformats.org/officeDocument/2006/relationships/hyperlink" Target="https://arxiv.org/abs/2010.06322" TargetMode="External"/><Relationship Id="rId16" Type="http://schemas.openxmlformats.org/officeDocument/2006/relationships/hyperlink" Target="https://doi.org/10.1177/02783649221102473" TargetMode="External"/><Relationship Id="rId17" Type="http://schemas.openxmlformats.org/officeDocument/2006/relationships/hyperlink" Target="https://doi.org/10.3929/ethz-b-000551315" TargetMode="External"/><Relationship Id="rId18" Type="http://schemas.openxmlformats.org/officeDocument/2006/relationships/hyperlink" Target="https://arxiv.org/abs/2203.14912"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doi.org/10.3929/ethz-b-000515694" TargetMode="External"/><Relationship Id="rId4" Type="http://schemas.openxmlformats.org/officeDocument/2006/relationships/hyperlink" Target="https://arxiv.org/abs/2206.14049" TargetMode="External"/><Relationship Id="rId5" Type="http://schemas.openxmlformats.org/officeDocument/2006/relationships/hyperlink" Target="https://arxiv.org/abs/2208.08373" TargetMode="External"/><Relationship Id="rId6" Type="http://schemas.openxmlformats.org/officeDocument/2006/relationships/hyperlink" Target="https://github.com/leggedrobotics/ocs2" TargetMode="External"/><Relationship Id="rId7" Type="http://schemas.openxmlformats.org/officeDocument/2006/relationships/hyperlink" Target="https://arxiv.org/abs/2406.01152" TargetMode="External"/><Relationship Id="rId8" Type="http://schemas.openxmlformats.org/officeDocument/2006/relationships/hyperlink" Target="https://pure.kaist.ac.kr/en/publications/learning-quadrupedal-locomotion-over-challenging-terrain/" TargetMode="External"/><Relationship Id="rId9" Type="http://schemas.openxmlformats.org/officeDocument/2006/relationships/hyperlink" Target="https://github.com/ETH-PBL/elmap-rl-controller" TargetMode="External"/><Relationship Id="rId10" Type="http://schemas.openxmlformats.org/officeDocument/2006/relationships/hyperlink" Target="https://github.com/jizhang-cmu/autonomy_stack_go2" TargetMode="External"/><Relationship Id="rId11" Type="http://schemas.openxmlformats.org/officeDocument/2006/relationships/hyperlink" Target="https://arxiv.org/abs/2201.08117" TargetMode="External"/><Relationship Id="rId12" Type="http://schemas.openxmlformats.org/officeDocument/2006/relationships/hyperlink" Target="https://arxiv.org/abs/2306.14874" TargetMode="External"/><Relationship Id="rId13" Type="http://schemas.openxmlformats.org/officeDocument/2006/relationships/hyperlink" Target="https://arxiv.org/abs/2506.02835" TargetMode="External"/><Relationship Id="rId14" Type="http://schemas.openxmlformats.org/officeDocument/2006/relationships/hyperlink" Target="https://doi.org/10.1126/scirobotics.ads6192" TargetMode="External"/><Relationship Id="rId15" Type="http://schemas.openxmlformats.org/officeDocument/2006/relationships/hyperlink" Target="https://arxiv.org/abs/2603.05830" TargetMode="External"/><Relationship Id="rId16" Type="http://schemas.openxmlformats.org/officeDocument/2006/relationships/hyperlink" Target="https://openheart-icra.github.io/OpenHEART/" TargetMode="External"/><Relationship Id="rId17" Type="http://schemas.openxmlformats.org/officeDocument/2006/relationships/hyperlink" Target="https://arxiv.org/abs/2603.07928" TargetMode="External"/><Relationship Id="rId18" Type="http://schemas.openxmlformats.org/officeDocument/2006/relationships/hyperlink" Target="https://arxiv.org/abs/2510.12346"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503.00692" TargetMode="External"/><Relationship Id="rId4" Type="http://schemas.openxmlformats.org/officeDocument/2006/relationships/hyperlink" Target="https://github.com/jizhang-cmu/autonomy_stack_mecanum_wheel_platform" TargetMode="External"/><Relationship Id="rId5" Type="http://schemas.openxmlformats.org/officeDocument/2006/relationships/hyperlink" Target="https://arxiv.org/abs/2306.12712" TargetMode="External"/><Relationship Id="rId6" Type="http://schemas.openxmlformats.org/officeDocument/2006/relationships/hyperlink" Target="https://sites.google.com/view/dreamriser" TargetMode="External"/><Relationship Id="rId7" Type="http://schemas.openxmlformats.org/officeDocument/2006/relationships/hyperlink" Target="https://arxiv.org/abs/2502.05817" TargetMode="External"/><Relationship Id="rId8" Type="http://schemas.openxmlformats.org/officeDocument/2006/relationships/hyperlink" Target="https://dreamflex.github.io" TargetMode="External"/><Relationship Id="rId9" Type="http://schemas.openxmlformats.org/officeDocument/2006/relationships/hyperlink" Target="https://arxiv.org/abs/2602.10399" TargetMode="External"/><Relationship Id="rId10" Type="http://schemas.openxmlformats.org/officeDocument/2006/relationships/hyperlink" Target="https://locovlm.github.io" TargetMode="External"/><Relationship Id="rId11" Type="http://schemas.openxmlformats.org/officeDocument/2006/relationships/hyperlink" Target="https://arxiv.org/abs/2607.11204" TargetMode="External"/><Relationship Id="rId12" Type="http://schemas.openxmlformats.org/officeDocument/2006/relationships/hyperlink" Target="https://arxiv.org/abs/2604.23327" TargetMode="External"/><Relationship Id="rId13" Type="http://schemas.openxmlformats.org/officeDocument/2006/relationships/hyperlink" Target="https://arxiv.org/abs/2501.00112" TargetMode="External"/><Relationship Id="rId14" Type="http://schemas.openxmlformats.org/officeDocument/2006/relationships/hyperlink" Target="https://arxiv.org/abs/2512.07464" TargetMode="External"/><Relationship Id="rId15" Type="http://schemas.openxmlformats.org/officeDocument/2006/relationships/hyperlink" Target="https://arxiv.org/abs/2510.07152" TargetMode="External"/><Relationship Id="rId16" Type="http://schemas.openxmlformats.org/officeDocument/2006/relationships/hyperlink" Target="https://arxiv.org/abs/2606.10288" TargetMode="External"/><Relationship Id="rId17" Type="http://schemas.openxmlformats.org/officeDocument/2006/relationships/hyperlink" Target="https://arxiv.org/abs/2502.10363" TargetMode="External"/><Relationship Id="rId18" Type="http://schemas.openxmlformats.org/officeDocument/2006/relationships/hyperlink" Target="https://why618188.github.io/beamdojo/" TargetMode="External"/><Relationship Id="rId19" Type="http://schemas.openxmlformats.org/officeDocument/2006/relationships/hyperlink" Target="https://arxiv.org/abs/2502.14814" TargetMode="External"/><Relationship Id="rId20" Type="http://schemas.openxmlformats.org/officeDocument/2006/relationships/hyperlink" Target="https://github.com/smoggy-P/elevation_mapping_humanoid" TargetMode="External"/><Relationship Id="rId21" Type="http://schemas.openxmlformats.org/officeDocument/2006/relationships/hyperlink" Target="https://arxiv.org/abs/2607.13472" TargetMode="External"/><Relationship Id="rId22" Type="http://schemas.openxmlformats.org/officeDocument/2006/relationships/hyperlink" Target="https://egohtr.github.io/" TargetMode="External"/><Relationship Id="rId23" Type="http://schemas.openxmlformats.org/officeDocument/2006/relationships/hyperlink" Target="https://huggingface.co/datasets/leggedrobotics/egoht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arxiv.org/abs/1810.05762" TargetMode="External"/><Relationship Id="rId4" Type="http://schemas.openxmlformats.org/officeDocument/2006/relationships/hyperlink" Target="https://arxiv.org/abs/2206.08077" TargetMode="External"/><Relationship Id="rId5" Type="http://schemas.openxmlformats.org/officeDocument/2006/relationships/hyperlink" Target="https://arxiv.org/abs/2301.04195" TargetMode="External"/><Relationship Id="rId6" Type="http://schemas.openxmlformats.org/officeDocument/2006/relationships/hyperlink" Target="https://isaac-orbit.github.io/" TargetMode="External"/><Relationship Id="rId7" Type="http://schemas.openxmlformats.org/officeDocument/2006/relationships/hyperlink" Target="https://arxiv.org/abs/2310.12931" TargetMode="External"/><Relationship Id="rId8" Type="http://schemas.openxmlformats.org/officeDocument/2006/relationships/hyperlink" Target="https://github.com/eureka-research/Eureka" TargetMode="External"/><Relationship Id="rId9" Type="http://schemas.openxmlformats.org/officeDocument/2006/relationships/hyperlink" Target="https://arxiv.org/abs/2406.01967" TargetMode="External"/><Relationship Id="rId10" Type="http://schemas.openxmlformats.org/officeDocument/2006/relationships/hyperlink" Target="https://github.com/eureka-research/DrEureka" TargetMode="External"/><Relationship Id="rId11" Type="http://schemas.openxmlformats.org/officeDocument/2006/relationships/hyperlink" Target="https://arxiv.org/abs/2411.01775" TargetMode="External"/><Relationship Id="rId12" Type="http://schemas.openxmlformats.org/officeDocument/2006/relationships/hyperlink" Target="https://github.com/eureka-research/eurekaverse" TargetMode="External"/><Relationship Id="rId13" Type="http://schemas.openxmlformats.org/officeDocument/2006/relationships/hyperlink" Target="https://arxiv.org/abs/2205.01906" TargetMode="External"/><Relationship Id="rId14" Type="http://schemas.openxmlformats.org/officeDocument/2006/relationships/hyperlink" Target="https://github.com/nv-tlabs/ASE" TargetMode="External"/><Relationship Id="rId15" Type="http://schemas.openxmlformats.org/officeDocument/2006/relationships/hyperlink" Target="https://arxiv.org/abs/2305.02195" TargetMode="External"/><Relationship Id="rId16" Type="http://schemas.openxmlformats.org/officeDocument/2006/relationships/hyperlink" Target="https://github.com/NVlabs/CALM" TargetMode="External"/><Relationship Id="rId17" Type="http://schemas.openxmlformats.org/officeDocument/2006/relationships/hyperlink" Target="https://arxiv.org/abs/2305.06456" TargetMode="External"/><Relationship Id="rId18" Type="http://schemas.openxmlformats.org/officeDocument/2006/relationships/hyperlink" Target="https://github.com/ZhengyiLuo/PHC" TargetMode="External"/><Relationship Id="rId19" Type="http://schemas.openxmlformats.org/officeDocument/2006/relationships/hyperlink" Target="https://arxiv.org/abs/2409.14393" TargetMode="External"/><Relationship Id="rId20" Type="http://schemas.openxmlformats.org/officeDocument/2006/relationships/hyperlink" Target="https://research.nvidia.com/labs/par/maskedmimic/" TargetMode="External"/><Relationship Id="rId21" Type="http://schemas.openxmlformats.org/officeDocument/2006/relationships/hyperlink" Target="https://github.com/NVlabs/ProtoMotions"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304.01893" TargetMode="External"/><Relationship Id="rId4" Type="http://schemas.openxmlformats.org/officeDocument/2006/relationships/hyperlink" Target="https://github.com/nv-tlabs/trace" TargetMode="External"/><Relationship Id="rId5" Type="http://schemas.openxmlformats.org/officeDocument/2006/relationships/hyperlink" Target="https://github.com/nv-tlabs/pacer" TargetMode="External"/><Relationship Id="rId6" Type="http://schemas.openxmlformats.org/officeDocument/2006/relationships/hyperlink" Target="https://arxiv.org/abs/2505.04002" TargetMode="External"/><Relationship Id="rId7" Type="http://schemas.openxmlformats.org/officeDocument/2006/relationships/hyperlink" Target="https://github.com/mshoe/PARC" TargetMode="External"/><Relationship Id="rId8" Type="http://schemas.openxmlformats.org/officeDocument/2006/relationships/hyperlink" Target="https://arxiv.org/abs/2505.19086" TargetMode="External"/><Relationship Id="rId9" Type="http://schemas.openxmlformats.org/officeDocument/2006/relationships/hyperlink" Target="https://research.nvidia.com/labs/par/maskedmanipulator/" TargetMode="External"/><Relationship Id="rId10" Type="http://schemas.openxmlformats.org/officeDocument/2006/relationships/hyperlink" Target="https://arxiv.org/abs/2505.12278" TargetMode="External"/><Relationship Id="rId11" Type="http://schemas.openxmlformats.org/officeDocument/2006/relationships/hyperlink" Target="https://zhengyiluo.github.io/PDC" TargetMode="External"/><Relationship Id="rId12" Type="http://schemas.openxmlformats.org/officeDocument/2006/relationships/hyperlink" Target="https://arxiv.org/abs/2508.15755" TargetMode="External"/><Relationship Id="rId13" Type="http://schemas.openxmlformats.org/officeDocument/2006/relationships/hyperlink" Target="https://research.nvidia.com/publication/2025-09_neural-robot-dynamics" TargetMode="External"/><Relationship Id="rId14" Type="http://schemas.openxmlformats.org/officeDocument/2006/relationships/hyperlink" Target="https://arxiv.org/abs/2511.07820" TargetMode="External"/><Relationship Id="rId15" Type="http://schemas.openxmlformats.org/officeDocument/2006/relationships/hyperlink" Target="https://github.com/NVlabs/GR00T-WholeBodyControl" TargetMode="External"/><Relationship Id="rId16" Type="http://schemas.openxmlformats.org/officeDocument/2006/relationships/hyperlink" Target="https://arxiv.org/abs/2511.15200" TargetMode="External"/><Relationship Id="rId17" Type="http://schemas.openxmlformats.org/officeDocument/2006/relationships/hyperlink" Target="https://github.com/NVlabs/GR00T-VisualSim2Real" TargetMode="External"/><Relationship Id="rId18" Type="http://schemas.openxmlformats.org/officeDocument/2006/relationships/hyperlink" Target="https://arxiv.org/abs/2512.01061" TargetMode="External"/><Relationship Id="rId19" Type="http://schemas.openxmlformats.org/officeDocument/2006/relationships/hyperlink" Target="https://arxiv.org/abs/2512.14689" TargetMode="External"/><Relationship Id="rId20" Type="http://schemas.openxmlformats.org/officeDocument/2006/relationships/hyperlink" Target="https://nvlabs.github.io/CHIP/" TargetMode="External"/><Relationship Id="rId21" Type="http://schemas.openxmlformats.org/officeDocument/2006/relationships/hyperlink" Target="https://arxiv.org/abs/2604.24833" TargetMode="External"/><Relationship Id="rId22" Type="http://schemas.openxmlformats.org/officeDocument/2006/relationships/hyperlink" Target="https://nvlabs.github.io/motionbricks/" TargetMode="External"/><Relationship Id="rId23" Type="http://schemas.openxmlformats.org/officeDocument/2006/relationships/hyperlink" Target="https://arxiv.org/abs/2605.27724" TargetMode="External"/><Relationship Id="rId24" Type="http://schemas.openxmlformats.org/officeDocument/2006/relationships/hyperlink" Target="https://github.com/NVlabs/humanoidmimicgen"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606.05160" TargetMode="External"/><Relationship Id="rId4" Type="http://schemas.openxmlformats.org/officeDocument/2006/relationships/hyperlink" Target="https://github.com/NVlabs/GRAIL" TargetMode="External"/><Relationship Id="rId5" Type="http://schemas.openxmlformats.org/officeDocument/2006/relationships/hyperlink" Target="https://arxiv.org/abs/1707.02286" TargetMode="External"/><Relationship Id="rId6" Type="http://schemas.openxmlformats.org/officeDocument/2006/relationships/hyperlink" Target="https://arxiv.org/abs/1804.10332" TargetMode="External"/><Relationship Id="rId7" Type="http://schemas.openxmlformats.org/officeDocument/2006/relationships/hyperlink" Target="https://github.com/bulletphysics/bullet3/tree/master/examples/pybullet/gym/pybullet_envs/minitaur" TargetMode="External"/><Relationship Id="rId8" Type="http://schemas.openxmlformats.org/officeDocument/2006/relationships/hyperlink" Target="https://arxiv.org/abs/1910.02812" TargetMode="External"/><Relationship Id="rId9" Type="http://schemas.openxmlformats.org/officeDocument/2006/relationships/hyperlink" Target="https://arxiv.org/abs/1812.11103" TargetMode="External"/><Relationship Id="rId10" Type="http://schemas.openxmlformats.org/officeDocument/2006/relationships/hyperlink" Target="https://sites.google.com/view/minitaur-locomotion/" TargetMode="External"/><Relationship Id="rId11" Type="http://schemas.openxmlformats.org/officeDocument/2006/relationships/hyperlink" Target="https://arxiv.org/abs/1907.03613" TargetMode="External"/><Relationship Id="rId12" Type="http://schemas.openxmlformats.org/officeDocument/2006/relationships/hyperlink" Target="https://arxiv.org/abs/2002.08550" TargetMode="External"/><Relationship Id="rId13" Type="http://schemas.openxmlformats.org/officeDocument/2006/relationships/hyperlink" Target="https://arxiv.org/abs/2004.00784" TargetMode="External"/><Relationship Id="rId14" Type="http://schemas.openxmlformats.org/officeDocument/2006/relationships/hyperlink" Target="https://github.com/erwincoumans/motion_imitation" TargetMode="External"/><Relationship Id="rId15" Type="http://schemas.openxmlformats.org/officeDocument/2006/relationships/hyperlink" Target="https://arxiv.org/abs/2104.04644" TargetMode="External"/><Relationship Id="rId16" Type="http://schemas.openxmlformats.org/officeDocument/2006/relationships/hyperlink" Target="https://arxiv.org/abs/2106.13281" TargetMode="External"/><Relationship Id="rId17" Type="http://schemas.openxmlformats.org/officeDocument/2006/relationships/hyperlink" Target="https://github.com/google/brax" TargetMode="External"/><Relationship Id="rId18" Type="http://schemas.openxmlformats.org/officeDocument/2006/relationships/hyperlink" Target="https://arxiv.org/abs/2110.05457" TargetMode="External"/><Relationship Id="rId19" Type="http://schemas.openxmlformats.org/officeDocument/2006/relationships/hyperlink" Target="https://github.com/lauramsmith/fine-tuning-locomotion"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proceedings.mlr.press/v164/yu22a.html" TargetMode="External"/><Relationship Id="rId4" Type="http://schemas.openxmlformats.org/officeDocument/2006/relationships/hyperlink" Target="https://proceedings.mlr.press/v164/bloesch22a.html" TargetMode="External"/><Relationship Id="rId5" Type="http://schemas.openxmlformats.org/officeDocument/2006/relationships/hyperlink" Target="https://arxiv.org/abs/2203.02638" TargetMode="External"/><Relationship Id="rId6" Type="http://schemas.openxmlformats.org/officeDocument/2006/relationships/hyperlink" Target="https://sites.google.com/view/saferlleggedlocomotion/" TargetMode="External"/><Relationship Id="rId7" Type="http://schemas.openxmlformats.org/officeDocument/2006/relationships/hyperlink" Target="https://arxiv.org/abs/2203.17138" TargetMode="External"/><Relationship Id="rId8" Type="http://schemas.openxmlformats.org/officeDocument/2006/relationships/hyperlink" Target="https://arxiv.org/abs/2206.13631" TargetMode="External"/><Relationship Id="rId9" Type="http://schemas.openxmlformats.org/officeDocument/2006/relationships/hyperlink" Target="https://arxiv.org/abs/2207.13224" TargetMode="External"/><Relationship Id="rId10" Type="http://schemas.openxmlformats.org/officeDocument/2006/relationships/hyperlink" Target="https://arxiv.org/abs/2210.04932" TargetMode="External"/><Relationship Id="rId11" Type="http://schemas.openxmlformats.org/officeDocument/2006/relationships/hyperlink" Target="https://arxiv.org/abs/2304.13653" TargetMode="External"/><Relationship Id="rId12" Type="http://schemas.openxmlformats.org/officeDocument/2006/relationships/hyperlink" Target="https://doi.org/10.1126/scirobotics.adi8022" TargetMode="External"/><Relationship Id="rId13" Type="http://schemas.openxmlformats.org/officeDocument/2006/relationships/hyperlink" Target="https://arxiv.org/abs/2305.14654" TargetMode="External"/><Relationship Id="rId14" Type="http://schemas.openxmlformats.org/officeDocument/2006/relationships/hyperlink" Target="https://github.com/google-deepmind/barkour_robot" TargetMode="External"/><Relationship Id="rId15" Type="http://schemas.openxmlformats.org/officeDocument/2006/relationships/hyperlink" Target="https://arxiv.org/abs/2306.07580" TargetMode="External"/><Relationship Id="rId16" Type="http://schemas.openxmlformats.org/officeDocument/2006/relationships/hyperlink" Target="https://saytap.github.io/" TargetMode="External"/><Relationship Id="rId17" Type="http://schemas.openxmlformats.org/officeDocument/2006/relationships/hyperlink" Target="https://arxiv.org/abs/2306.08647" TargetMode="External"/><Relationship Id="rId18" Type="http://schemas.openxmlformats.org/officeDocument/2006/relationships/hyperlink" Target="https://github.com/google-deepmind/language_to_reward_2023" TargetMode="External"/><Relationship Id="rId19" Type="http://schemas.openxmlformats.org/officeDocument/2006/relationships/hyperlink" Target="https://arxiv.org/abs/2402.11450"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arxiv.org/abs/2405.00846" TargetMode="External"/><Relationship Id="rId4" Type="http://schemas.openxmlformats.org/officeDocument/2006/relationships/hyperlink" Target="https://arxiv.org/abs/2405.02425" TargetMode="External"/><Relationship Id="rId5" Type="http://schemas.openxmlformats.org/officeDocument/2006/relationships/hyperlink" Target="https://sites.google.com/view/vision-soccer" TargetMode="External"/><Relationship Id="rId6" Type="http://schemas.openxmlformats.org/officeDocument/2006/relationships/hyperlink" Target="https://arxiv.org/abs/2503.08593" TargetMode="External"/><Relationship Id="rId7" Type="http://schemas.openxmlformats.org/officeDocument/2006/relationships/hyperlink" Target="https://arxiv.org/abs/2503.20020" TargetMode="External"/><Relationship Id="rId8" Type="http://schemas.openxmlformats.org/officeDocument/2006/relationships/hyperlink" Target="https://arxiv.org/abs/2510.03342" TargetMode="External"/><Relationship Id="rId9" Type="http://schemas.openxmlformats.org/officeDocument/2006/relationships/hyperlink" Target="https://deepmind.google/blog/gemini-robotics-2-brings-whole-body-intelligence-to-robots/" TargetMode="External"/><Relationship Id="rId10" Type="http://schemas.openxmlformats.org/officeDocument/2006/relationships/hyperlink" Target="https://arxiv.org/abs/2005.11435" TargetMode="External"/><Relationship Id="rId11" Type="http://schemas.openxmlformats.org/officeDocument/2006/relationships/hyperlink" Target="https://arxiv.org/abs/2402.06143" TargetMode="External"/><Relationship Id="rId12" Type="http://schemas.openxmlformats.org/officeDocument/2006/relationships/hyperlink" Target="https://www.ascento.ai" TargetMode="External"/><Relationship Id="rId13" Type="http://schemas.openxmlformats.org/officeDocument/2006/relationships/hyperlink" Target="https://arxiv.org/abs/2305.17842" TargetMode="External"/><Relationship Id="rId14" Type="http://schemas.openxmlformats.org/officeDocument/2006/relationships/hyperlink" Target="https://arxiv.org/abs/2504.06662" TargetMode="External"/><Relationship Id="rId15" Type="http://schemas.openxmlformats.org/officeDocument/2006/relationships/hyperlink" Target="https://arxiv.org/abs/2308.09179" TargetMode="External"/><Relationship Id="rId16" Type="http://schemas.openxmlformats.org/officeDocument/2006/relationships/hyperlink" Target="https://doi.org/10.1126/scirobotics.adg5014" TargetMode="External"/><Relationship Id="rId17" Type="http://schemas.openxmlformats.org/officeDocument/2006/relationships/hyperlink" Target="https://doi.org/10.1109/LRA.2023.3313923" TargetMode="External"/><Relationship Id="rId18" Type="http://schemas.openxmlformats.org/officeDocument/2006/relationships/hyperlink" Target="https://arxiv.org/abs/2310.03581" TargetMode="External"/><Relationship Id="rId19" Type="http://schemas.openxmlformats.org/officeDocument/2006/relationships/hyperlink" Target="https://arxiv.org/abs/2311.10484"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402.13820" TargetMode="External"/><Relationship Id="rId4" Type="http://schemas.openxmlformats.org/officeDocument/2006/relationships/hyperlink" Target="https://arxiv.org/abs/2403.00187" TargetMode="External"/><Relationship Id="rId5" Type="http://schemas.openxmlformats.org/officeDocument/2006/relationships/hyperlink" Target="https://arxiv.org/abs/2501.05204" TargetMode="External"/><Relationship Id="rId6" Type="http://schemas.openxmlformats.org/officeDocument/2006/relationships/hyperlink" Target="https://doi.org/10.15607/RSS.2024.XX.103" TargetMode="External"/><Relationship Id="rId7" Type="http://schemas.openxmlformats.org/officeDocument/2006/relationships/hyperlink" Target="https://doi.org/10.1145/3680528.3687626" TargetMode="External"/><Relationship Id="rId8" Type="http://schemas.openxmlformats.org/officeDocument/2006/relationships/hyperlink" Target="https://la.disneyresearch.com/wp-content/uploads/RobotMDM_red.pdf" TargetMode="External"/><Relationship Id="rId9" Type="http://schemas.openxmlformats.org/officeDocument/2006/relationships/hyperlink" Target="https://arxiv.org/abs/2501.10100" TargetMode="External"/><Relationship Id="rId10" Type="http://schemas.openxmlformats.org/officeDocument/2006/relationships/hyperlink" Target="https://arxiv.org/abs/2504.16680" TargetMode="External"/><Relationship Id="rId11" Type="http://schemas.openxmlformats.org/officeDocument/2006/relationships/hyperlink" Target="https://github.com/leggedrobotics/rsl_rl_rwm" TargetMode="External"/><Relationship Id="rId12" Type="http://schemas.openxmlformats.org/officeDocument/2006/relationships/hyperlink" Target="https://arxiv.org/abs/2503.10028" TargetMode="External"/><Relationship Id="rId13" Type="http://schemas.openxmlformats.org/officeDocument/2006/relationships/hyperlink" Target="https://arxiv.org/abs/2504.02724" TargetMode="External"/><Relationship Id="rId14" Type="http://schemas.openxmlformats.org/officeDocument/2006/relationships/hyperlink" Target="https://arxiv.org/abs/2505.11164" TargetMode="External"/><Relationship Id="rId15" Type="http://schemas.openxmlformats.org/officeDocument/2006/relationships/hyperlink" Target="https://doi.org/10.1177/02783649261455067" TargetMode="External"/><Relationship Id="rId16" Type="http://schemas.openxmlformats.org/officeDocument/2006/relationships/hyperlink" Target="https://arxiv.org/abs/2505.23708" TargetMode="External"/><Relationship Id="rId17" Type="http://schemas.openxmlformats.org/officeDocument/2006/relationships/hyperlink" Target="https://arxiv.org/abs/2509.06342" TargetMode="External"/><Relationship Id="rId18" Type="http://schemas.openxmlformats.org/officeDocument/2006/relationships/hyperlink" Target="https://github.com/leggedrobotics/pace-sim2real" TargetMode="External"/><Relationship Id="rId19" Type="http://schemas.openxmlformats.org/officeDocument/2006/relationships/hyperlink" Target="https://arxiv.org/abs/2512.16705"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603.16536"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604.17335" TargetMode="External"/><Relationship Id="rId8" Type="http://schemas.openxmlformats.org/officeDocument/2006/relationships/hyperlink" Target="https://arxiv.org/abs/2606.31807" TargetMode="External"/><Relationship Id="rId9" Type="http://schemas.openxmlformats.org/officeDocument/2006/relationships/hyperlink" Target="https://arxiv.org/abs/2608.29769" TargetMode="External"/><Relationship Id="rId10" Type="http://schemas.openxmlformats.org/officeDocument/2006/relationships/hyperlink" Target="https://arxiv.org/abs/2311.06234" TargetMode="External"/><Relationship Id="rId11" Type="http://schemas.openxmlformats.org/officeDocument/2006/relationships/hyperlink" Target="https://github.com/mit-acl/mppi_numba" TargetMode="External"/><Relationship Id="rId12" Type="http://schemas.openxmlformats.org/officeDocument/2006/relationships/hyperlink" Target="https://xiaoyi-cai.github.io/evora/" TargetMode="External"/><Relationship Id="rId13" Type="http://schemas.openxmlformats.org/officeDocument/2006/relationships/hyperlink" Target="https://arxiv.org/abs/2608.19955" TargetMode="External"/><Relationship Id="rId14" Type="http://schemas.openxmlformats.org/officeDocument/2006/relationships/hyperlink" Target="https://arxiv.org/abs/2609.10286" TargetMode="External"/><Relationship Id="rId15" Type="http://schemas.openxmlformats.org/officeDocument/2006/relationships/hyperlink" Target="https://arxiv.org/abs/2502.13013" TargetMode="External"/><Relationship Id="rId16" Type="http://schemas.openxmlformats.org/officeDocument/2006/relationships/hyperlink" Target="https://arxiv.org/abs/2312.03275" TargetMode="External"/><Relationship Id="rId17" Type="http://schemas.openxmlformats.org/officeDocument/2006/relationships/hyperlink" Target="https://github.com/rai-opensource/vlfm"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 Id="rId18" Type="http://schemas.openxmlformats.org/officeDocument/2006/relationships/hyperlink" Target="https://arxiv.org/abs/2112.02094" TargetMode="External"/><Relationship Id="rId19" Type="http://schemas.openxmlformats.org/officeDocument/2006/relationships/hyperlink" Target="https://github.com/MarkFzp/navigation-locomotion" TargetMode="External"/><Relationship Id="rId20" Type="http://schemas.openxmlformats.org/officeDocument/2006/relationships/hyperlink" Target="https://arxiv.org/abs/2202.05481" TargetMode="External"/><Relationship Id="rId21" Type="http://schemas.openxmlformats.org/officeDocument/2006/relationships/hyperlink" Target="https://github.com/karlji1021/Cheetah-Software"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205.02824" TargetMode="External"/><Relationship Id="rId4" Type="http://schemas.openxmlformats.org/officeDocument/2006/relationships/hyperlink" Target="https://doi.org/10.1177/02783649231224053" TargetMode="External"/><Relationship Id="rId5" Type="http://schemas.openxmlformats.org/officeDocument/2006/relationships/hyperlink" Target="https://github.com/Improbable-AI/rapid-locomotion-rl" TargetMode="External"/><Relationship Id="rId6" Type="http://schemas.openxmlformats.org/officeDocument/2006/relationships/hyperlink" Target="https://arxiv.org/abs/2211.07638" TargetMode="External"/><Relationship Id="rId7" Type="http://schemas.openxmlformats.org/officeDocument/2006/relationships/hyperlink" Target="https://vision-locomotion.github.io/" TargetMode="External"/><Relationship Id="rId8" Type="http://schemas.openxmlformats.org/officeDocument/2006/relationships/hyperlink" Target="https://doi.org/10.1126/scirobotics.ade2256" TargetMode="External"/><Relationship Id="rId9" Type="http://schemas.openxmlformats.org/officeDocument/2006/relationships/hyperlink" Target="https://news.kaist.ac.kr/newsen/html/news/?mode=V&amp;mng_no=26590" TargetMode="External"/><Relationship Id="rId10" Type="http://schemas.openxmlformats.org/officeDocument/2006/relationships/hyperlink" Target="https://arxiv.org/abs/2304.01159" TargetMode="External"/><Relationship Id="rId11" Type="http://schemas.openxmlformats.org/officeDocument/2006/relationships/hyperlink" Target="https://github.com/Improbable-AI/dribblebot" TargetMode="External"/><Relationship Id="rId12" Type="http://schemas.openxmlformats.org/officeDocument/2006/relationships/hyperlink" Target="https://arxiv.org/abs/2308.15143" TargetMode="External"/><Relationship Id="rId13" Type="http://schemas.openxmlformats.org/officeDocument/2006/relationships/hyperlink" Target="https://doi.org/10.1038/s42256-024-00861-3" TargetMode="External"/><Relationship Id="rId14" Type="http://schemas.openxmlformats.org/officeDocument/2006/relationships/hyperlink" Target="https://tencent-roboticsx.github.io/lifelike-agility-and-play/" TargetMode="External"/><Relationship Id="rId15" Type="http://schemas.openxmlformats.org/officeDocument/2006/relationships/hyperlink" Target="https://arxiv.org/abs/2309.02745" TargetMode="External"/><Relationship Id="rId16" Type="http://schemas.openxmlformats.org/officeDocument/2006/relationships/hyperlink" Target="https://doi.org/10.1109/LRA.2024.3371910" TargetMode="External"/><Relationship Id="rId17" Type="http://schemas.openxmlformats.org/officeDocument/2006/relationships/hyperlink" Target="https://arxiv.org/abs/2311.01405" TargetMode="External"/><Relationship Id="rId18" Type="http://schemas.openxmlformats.org/officeDocument/2006/relationships/hyperlink" Target="https://gmargo11.github.io/active-sensing-loco/" TargetMode="External"/><Relationship Id="rId19" Type="http://schemas.openxmlformats.org/officeDocument/2006/relationships/hyperlink" Target="https://doi.org/10.1038/s41586-026-11102-5" TargetMode="External"/><Relationship Id="rId20" Type="http://schemas.openxmlformats.org/officeDocument/2006/relationships/hyperlink" Target="https://doi.org/10.21203/rs.3.rs-6040970/v1" TargetMode="External"/><Relationship Id="rId21" Type="http://schemas.openxmlformats.org/officeDocument/2006/relationships/hyperlink" Target="https://news.kaist.ac.kr/news/html/news/?mode=V&amp;mng_no=67550" TargetMode="External"/><Relationship Id="rId22" Type="http://schemas.openxmlformats.org/officeDocument/2006/relationships/hyperlink" Target="https://github.com/railabatkaist/raisimGym_nature" TargetMode="External"/><Relationship Id="rId23" Type="http://schemas.openxmlformats.org/officeDocument/2006/relationships/hyperlink" Target="https://arxiv.org/abs/2011.01387" TargetMode="External"/><Relationship Id="rId24" Type="http://schemas.openxmlformats.org/officeDocument/2006/relationships/hyperlink" Target="https://arxiv.org/abs/2105.08328"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303.03381" TargetMode="External"/><Relationship Id="rId4" Type="http://schemas.openxmlformats.org/officeDocument/2006/relationships/hyperlink" Target="https://learning-humanoid-locomotion.github.io" TargetMode="External"/><Relationship Id="rId5" Type="http://schemas.openxmlformats.org/officeDocument/2006/relationships/hyperlink" Target="https://arxiv.org/abs/2401.16889" TargetMode="External"/><Relationship Id="rId6" Type="http://schemas.openxmlformats.org/officeDocument/2006/relationships/hyperlink" Target="https://github.com/HybridRobotics/cassie_rl_walking" TargetMode="External"/><Relationship Id="rId7" Type="http://schemas.openxmlformats.org/officeDocument/2006/relationships/hyperlink" Target="https://arxiv.org/abs/2402.16796" TargetMode="External"/><Relationship Id="rId8" Type="http://schemas.openxmlformats.org/officeDocument/2006/relationships/hyperlink" Target="https://github.com/chengxuxin/expressive-humanoid" TargetMode="External"/><Relationship Id="rId9" Type="http://schemas.openxmlformats.org/officeDocument/2006/relationships/hyperlink" Target="https://arxiv.org/abs/2402.19469" TargetMode="External"/><Relationship Id="rId10" Type="http://schemas.openxmlformats.org/officeDocument/2006/relationships/hyperlink" Target="https://humanoid-next-token-prediction.github.io" TargetMode="External"/><Relationship Id="rId11" Type="http://schemas.openxmlformats.org/officeDocument/2006/relationships/hyperlink" Target="https://arxiv.org/abs/2403.04436" TargetMode="External"/><Relationship Id="rId12" Type="http://schemas.openxmlformats.org/officeDocument/2006/relationships/hyperlink" Target="https://github.com/LeCAR-Lab/human2humanoid" TargetMode="External"/><Relationship Id="rId13" Type="http://schemas.openxmlformats.org/officeDocument/2006/relationships/hyperlink" Target="https://arxiv.org/abs/2406.08858" TargetMode="External"/><Relationship Id="rId14" Type="http://schemas.openxmlformats.org/officeDocument/2006/relationships/hyperlink" Target="https://arxiv.org/abs/2406.10454" TargetMode="External"/><Relationship Id="rId15" Type="http://schemas.openxmlformats.org/officeDocument/2006/relationships/hyperlink" Target="https://github.com/MarkFzp/humanplus" TargetMode="External"/><Relationship Id="rId16" Type="http://schemas.openxmlformats.org/officeDocument/2006/relationships/hyperlink" Target="https://arxiv.org/abs/2406.10759" TargetMode="External"/><Relationship Id="rId17" Type="http://schemas.openxmlformats.org/officeDocument/2006/relationships/hyperlink" Target="https://humanoid4parkour.github.io" TargetMode="External"/><Relationship Id="rId18" Type="http://schemas.openxmlformats.org/officeDocument/2006/relationships/hyperlink" Target="https://arxiv.org/abs/2407.21781" TargetMode="External"/><Relationship Id="rId19" Type="http://schemas.openxmlformats.org/officeDocument/2006/relationships/hyperlink" Target="https://github.com/HybridRobotics/isaac_berkeley_humanoid" TargetMode="External"/><Relationship Id="rId20" Type="http://schemas.openxmlformats.org/officeDocument/2006/relationships/hyperlink" Target="https://arxiv.org/abs/2410.03654" TargetMode="External"/><Relationship Id="rId21" Type="http://schemas.openxmlformats.org/officeDocument/2006/relationships/hyperlink" Target="https://humanoid-challenging-terrain.github.io" TargetMode="External"/><Relationship Id="rId22" Type="http://schemas.openxmlformats.org/officeDocument/2006/relationships/hyperlink" Target="https://www.agilityrobotics.com/content/crossing-sim2real-gap-with-isaaclab" TargetMode="External"/><Relationship Id="rId23" Type="http://schemas.openxmlformats.org/officeDocument/2006/relationships/hyperlink" Target="https://www.agilityrobotics.com/content/training-a-whole-body-control-foundation-model" TargetMode="External"/><Relationship Id="rId24" Type="http://schemas.openxmlformats.org/officeDocument/2006/relationships/hyperlink" Target="https://www.agilityrobotics.com/content/agility-and-ai" TargetMode="External"/><Relationship Id="rId25" Type="http://schemas.openxmlformats.org/officeDocument/2006/relationships/hyperlink" Target="https://arxiv.org/abs/2411.14386" TargetMode="External"/><Relationship Id="rId26" Type="http://schemas.openxmlformats.org/officeDocument/2006/relationships/hyperlink" Target="https://arxiv.org/abs/2412.13196" TargetMode="External"/><Relationship Id="rId27" Type="http://schemas.openxmlformats.org/officeDocument/2006/relationships/hyperlink" Target="https://exbody2.github.io" TargetMode="External"/><Relationship Id="rId28" Type="http://schemas.openxmlformats.org/officeDocument/2006/relationships/hyperlink" Target="https://arxiv.org/abs/2504.17249" TargetMode="External"/><Relationship Id="rId29" Type="http://schemas.openxmlformats.org/officeDocument/2006/relationships/hyperlink" Target="https://github.com/HybridRobotics/berkeley-humanoid-lite" TargetMode="External"/><Relationship Id="rId30" Type="http://schemas.openxmlformats.org/officeDocument/2006/relationships/hyperlink" Target="https://arxiv.org/abs/2505.03738" TargetMode="External"/><Relationship Id="rId31" Type="http://schemas.openxmlformats.org/officeDocument/2006/relationships/hyperlink" Target="https://github.com/OpenTeleVision/AMO" TargetMode="External"/><Relationship Id="rId32" Type="http://schemas.openxmlformats.org/officeDocument/2006/relationships/hyperlink" Target="https://arxiv.org/abs/2506.14770" TargetMode="External"/><Relationship Id="rId33" Type="http://schemas.openxmlformats.org/officeDocument/2006/relationships/hyperlink" Target="https://github.com/zixuan417/humanoid-general-motion-tracking"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508.08241" TargetMode="External"/><Relationship Id="rId4" Type="http://schemas.openxmlformats.org/officeDocument/2006/relationships/hyperlink" Target="https://github.com/HybridRobotics/whole_body_tracking" TargetMode="External"/><Relationship Id="rId5" Type="http://schemas.openxmlformats.org/officeDocument/2006/relationships/hyperlink" Target="https://github.com/jizhang-cmu/autonomy_stack_diablo_setup" TargetMode="External"/><Relationship Id="rId6" Type="http://schemas.openxmlformats.org/officeDocument/2006/relationships/hyperlink" Target="https://arxiv.org/abs/2508.07611" TargetMode="External"/><Relationship Id="rId7" Type="http://schemas.openxmlformats.org/officeDocument/2006/relationships/hyperlink" Target="https://arxiv.org/abs/2511.19709" TargetMode="External"/><Relationship Id="rId8" Type="http://schemas.openxmlformats.org/officeDocument/2006/relationships/hyperlink" Target="https://arxiv.org/abs/2601.12790" TargetMode="External"/><Relationship Id="rId9" Type="http://schemas.openxmlformats.org/officeDocument/2006/relationships/hyperlink" Target="https://arxiv.org/abs/2601.17440" TargetMode="External"/><Relationship Id="rId10" Type="http://schemas.openxmlformats.org/officeDocument/2006/relationships/hyperlink" Target="https://arxiv.org/abs/2604.07457" TargetMode="External"/><Relationship Id="rId11" Type="http://schemas.openxmlformats.org/officeDocument/2006/relationships/hyperlink" Target="https://shepherd1226.github.io/CMP/" TargetMode="External"/><Relationship Id="rId12" Type="http://schemas.openxmlformats.org/officeDocument/2006/relationships/hyperlink" Target="https://arxiv.org/abs/2606.00637" TargetMode="External"/><Relationship Id="rId13" Type="http://schemas.openxmlformats.org/officeDocument/2006/relationships/hyperlink" Target="https://arxiv.org/abs/2606.23249" TargetMode="External"/><Relationship Id="rId14" Type="http://schemas.openxmlformats.org/officeDocument/2006/relationships/hyperlink" Target="https://doi.org/10.1109/LRA.2026.3734869" TargetMode="External"/><Relationship Id="rId15" Type="http://schemas.openxmlformats.org/officeDocument/2006/relationships/hyperlink" Target="https://arxiv.org/abs/2610.24675" TargetMode="External"/><Relationship Id="rId16" Type="http://schemas.openxmlformats.org/officeDocument/2006/relationships/hyperlink" Target="https://fiberaa.github.io/"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support.bostondynamics.com/s/article/About-the-Spot-Robot-72005" TargetMode="External"/><Relationship Id="rId8" Type="http://schemas.openxmlformats.org/officeDocument/2006/relationships/hyperlink" Target="https://bostondynamics.com/blog/making-atlas-see-the-world/" TargetMode="External"/><Relationship Id="rId9" Type="http://schemas.openxmlformats.org/officeDocument/2006/relationships/hyperlink" Target="https://www.anybotics.com/robotics/anymal/" TargetMode="External"/><Relationship Id="rId10" Type="http://schemas.openxmlformats.org/officeDocument/2006/relationships/hyperlink" Target="https://www.unitree.com/go2" TargetMode="External"/><Relationship Id="rId11" Type="http://schemas.openxmlformats.org/officeDocument/2006/relationships/hyperlink" Target="https://web.archive.org/web/20260118052322/https://www.unitree.com/go2" TargetMode="External"/><Relationship Id="rId12" Type="http://schemas.openxmlformats.org/officeDocument/2006/relationships/hyperlink" Target="https://www.unitree.com/g1" TargetMode="External"/><Relationship Id="rId13" Type="http://schemas.openxmlformats.org/officeDocument/2006/relationships/hyperlink" Target="https://www.unitree.com/h1" TargetMode="External"/><Relationship Id="rId14" Type="http://schemas.openxmlformats.org/officeDocument/2006/relationships/hyperlink" Target="https://github.com/unitreerobotics" TargetMode="External"/><Relationship Id="rId15" Type="http://schemas.openxmlformats.org/officeDocument/2006/relationships/hyperlink" Target="https://www.figure.ai/news/introducing-figure-03" TargetMode="External"/><Relationship Id="rId16" Type="http://schemas.openxmlformats.org/officeDocument/2006/relationships/hyperlink" Target="https://www.1x.tech/discover/neo-factory" TargetMode="External"/><Relationship Id="rId17" Type="http://schemas.openxmlformats.org/officeDocument/2006/relationships/hyperlink" Target="https://www.figure.ai/news/project-go-big" TargetMode="External"/><Relationship Id="rId18" Type="http://schemas.openxmlformats.org/officeDocument/2006/relationships/hyperlink" Target="https://www.figure.ai/news/reinforcement-learning-walking" TargetMode="External"/><Relationship Id="rId19" Type="http://schemas.openxmlformats.org/officeDocument/2006/relationships/hyperlink" Target="https://www.figure.ai/news/helix-2-5-zero-shot-30-home-generalization" TargetMode="External"/><Relationship Id="rId20" Type="http://schemas.openxmlformats.org/officeDocument/2006/relationships/hyperlink" Target="https://www.sunday.ai/blog/no-robot-data" TargetMode="External"/><Relationship Id="rId21" Type="http://schemas.openxmlformats.org/officeDocument/2006/relationships/hyperlink" Target="https://flexion.ai/news/flexion-reflect-v1.0" TargetMode="External"/><Relationship Id="rId22" Type="http://schemas.openxmlformats.org/officeDocument/2006/relationships/hyperlink" Target="https://flexion.ai/news/niantic-spatial-flexion-and-nvidia-closing-the-sim2real-gap-for-humanoids" TargetMode="External"/><Relationship Id="rId23" Type="http://schemas.openxmlformats.org/officeDocument/2006/relationships/hyperlink" Target="https://www.youtube.com/watch?v=1XtBPY4i780" TargetMode="External"/><Relationship Id="rId24" Type="http://schemas.openxmlformats.org/officeDocument/2006/relationships/hyperlink" Target="https://www.realsenseai.com/news-insights/news/realsense-unveils-first-of-its-kind-humanoid-autonomous-navigation-at-nvidia-gtc/" TargetMode="External"/><Relationship Id="rId25" Type="http://schemas.openxmlformats.org/officeDocument/2006/relationships/hyperlink" Target="https://www.dyna.co/dyna-2.1"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arxiv.org/abs/2603.08521"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7개</a:t>
            </a:r>
          </a:p>
          <a:p>
            <a:r>
              <a:rPr sz="1250" b="0" i="0">
                <a:solidFill>
                  <a:srgbClr val="C9D1E0"/>
                </a:solidFill>
                <a:latin typeface="Arial"/>
                <a:ea typeface="Malgun Gothic"/>
                <a:cs typeface="Malgun Gothic"/>
              </a:rPr>
              <a:t>개요 · 인식 · Planner · Controller·안전 · 강화학습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94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94</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94</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94</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94</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94</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94</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94</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94</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94</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94</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94</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94</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94</a:t>
            </a:r>
          </a:p>
        </p:txBody>
      </p:sp>
      <p:graphicFrame>
        <p:nvGraphicFramePr>
          <p:cNvPr id="5" name="Table 4"/>
          <p:cNvGraphicFramePr>
            <a:graphicFrameLocks noGrp="1"/>
          </p:cNvGraphicFramePr>
          <p:nvPr/>
        </p:nvGraphicFramePr>
        <p:xfrm>
          <a:off x="609600" y="1244600"/>
          <a:ext cx="10966450" cy="2091768"/>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 Planner — 생성형 궤적 (diffusion·flow) — Planner D 직접 참고</a:t>
            </a:r>
          </a:p>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94</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94</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94</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94</a:t>
            </a:r>
          </a:p>
        </p:txBody>
      </p:sp>
      <p:graphicFrame>
        <p:nvGraphicFramePr>
          <p:cNvPr id="5" name="Table 4"/>
          <p:cNvGraphicFramePr>
            <a:graphicFrameLocks noGrp="1"/>
          </p:cNvGraphicFramePr>
          <p:nvPr/>
        </p:nvGraphicFramePr>
        <p:xfrm>
          <a:off x="609600" y="1244600"/>
          <a:ext cx="10966451" cy="269620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94</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94</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94</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94</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94</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94</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94</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94</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94</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94</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36 / 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94</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94</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39 / 94</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94</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94</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94</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94</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45 / 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2550"/>
                <a:gridCol w="952500"/>
                <a:gridCol w="1005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94</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2550"/>
                <a:gridCol w="952500"/>
                <a:gridCol w="1005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48 / 94</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2550"/>
                <a:gridCol w="952500"/>
                <a:gridCol w="1005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94</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2550"/>
                <a:gridCol w="952500"/>
                <a:gridCol w="1005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94</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2550"/>
                <a:gridCol w="952500"/>
                <a:gridCol w="1005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94</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2550"/>
                <a:gridCol w="952500"/>
                <a:gridCol w="1005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94</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2550"/>
                <a:gridCol w="952500"/>
                <a:gridCol w="1005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94</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94</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94</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57 / 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60 / 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94</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94</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94</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94</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94</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94</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69 / 94</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94</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94</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94</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73 / 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94</a:t>
            </a:r>
          </a:p>
        </p:txBody>
      </p:sp>
      <p:graphicFrame>
        <p:nvGraphicFramePr>
          <p:cNvPr id="5" name="Table 4"/>
          <p:cNvGraphicFramePr>
            <a:graphicFrameLocks noGrp="1"/>
          </p:cNvGraphicFramePr>
          <p:nvPr/>
        </p:nvGraphicFramePr>
        <p:xfrm>
          <a:off x="609600" y="1244600"/>
          <a:ext cx="10966450" cy="3376848"/>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94</a:t>
            </a:r>
          </a:p>
        </p:txBody>
      </p:sp>
      <p:graphicFrame>
        <p:nvGraphicFramePr>
          <p:cNvPr id="5" name="Table 4"/>
          <p:cNvGraphicFramePr>
            <a:graphicFrameLocks noGrp="1"/>
          </p:cNvGraphicFramePr>
          <p:nvPr/>
        </p:nvGraphicFramePr>
        <p:xfrm>
          <a:off x="609600" y="1244600"/>
          <a:ext cx="10966450" cy="37395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94</a:t>
            </a:r>
          </a:p>
        </p:txBody>
      </p:sp>
      <p:graphicFrame>
        <p:nvGraphicFramePr>
          <p:cNvPr id="5" name="Table 4"/>
          <p:cNvGraphicFramePr>
            <a:graphicFrameLocks noGrp="1"/>
          </p:cNvGraphicFramePr>
          <p:nvPr/>
        </p:nvGraphicFramePr>
        <p:xfrm>
          <a:off x="609600" y="1244600"/>
          <a:ext cx="10966450" cy="38472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PDF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94</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TAMOLS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94</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94</a:t>
            </a:r>
          </a:p>
        </p:txBody>
      </p:sp>
      <p:graphicFrame>
        <p:nvGraphicFramePr>
          <p:cNvPr id="5" name="Table 4"/>
          <p:cNvGraphicFramePr>
            <a:graphicFrameLocks noGrp="1"/>
          </p:cNvGraphicFramePr>
          <p:nvPr/>
        </p:nvGraphicFramePr>
        <p:xfrm>
          <a:off x="609600" y="1244600"/>
          <a:ext cx="10966450" cy="3573936"/>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94</a:t>
            </a:r>
          </a:p>
        </p:txBody>
      </p:sp>
      <p:graphicFrame>
        <p:nvGraphicFramePr>
          <p:cNvPr id="5" name="Table 4"/>
          <p:cNvGraphicFramePr>
            <a:graphicFrameLocks noGrp="1"/>
          </p:cNvGraphicFramePr>
          <p:nvPr/>
        </p:nvGraphicFramePr>
        <p:xfrm>
          <a:off x="609600" y="1244600"/>
          <a:ext cx="10966450" cy="3573936"/>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PACER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94</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94</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94</a:t>
            </a:r>
          </a:p>
        </p:txBody>
      </p:sp>
      <p:graphicFrame>
        <p:nvGraphicFramePr>
          <p:cNvPr id="5" name="Table 4"/>
          <p:cNvGraphicFramePr>
            <a:graphicFrameLocks noGrp="1"/>
          </p:cNvGraphicFramePr>
          <p:nvPr/>
        </p:nvGraphicFramePr>
        <p:xfrm>
          <a:off x="609600" y="1244600"/>
          <a:ext cx="10966450" cy="37395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회사</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94</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85 / 94</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AME-2 (AME-1)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조건부 채택(AME-1: Science Robotics 10(105)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AME-1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코드(Newton)</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94</a:t>
            </a:r>
          </a:p>
        </p:txBody>
      </p:sp>
      <p:graphicFrame>
        <p:nvGraphicFramePr>
          <p:cNvPr id="5" name="Table 4"/>
          <p:cNvGraphicFramePr>
            <a:graphicFrameLocks noGrp="1"/>
          </p:cNvGraphicFramePr>
          <p:nvPr/>
        </p:nvGraphicFramePr>
        <p:xfrm>
          <a:off x="609600" y="1244600"/>
          <a:ext cx="10966450" cy="3784200"/>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94</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94</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RA-L</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94</a:t>
            </a:r>
          </a:p>
        </p:txBody>
      </p:sp>
      <p:graphicFrame>
        <p:nvGraphicFramePr>
          <p:cNvPr id="5" name="Table 4"/>
          <p:cNvGraphicFramePr>
            <a:graphicFrameLocks noGrp="1"/>
          </p:cNvGraphicFramePr>
          <p:nvPr/>
        </p:nvGraphicFramePr>
        <p:xfrm>
          <a:off x="609600" y="1244600"/>
          <a:ext cx="10966450" cy="3834048"/>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94</a:t>
            </a:r>
          </a:p>
        </p:txBody>
      </p:sp>
      <p:graphicFrame>
        <p:nvGraphicFramePr>
          <p:cNvPr id="5" name="Table 4"/>
          <p:cNvGraphicFramePr>
            <a:graphicFrameLocks noGrp="1"/>
          </p:cNvGraphicFramePr>
          <p:nvPr/>
        </p:nvGraphicFramePr>
        <p:xfrm>
          <a:off x="609600" y="1244600"/>
          <a:ext cx="10966450" cy="2848608"/>
        </p:xfrm>
        <a:graphic>
          <a:graphicData uri="http://schemas.openxmlformats.org/drawingml/2006/table">
            <a:tbl>
              <a:tblPr firstRow="1" bandRow="1">
                <a:tableStyleId>{5C22544A-7EE6-4342-B048-85BDC9FD1C3A}</a:tableStyleId>
              </a:tblPr>
              <a:tblGrid>
                <a:gridCol w="2893814"/>
                <a:gridCol w="1476474"/>
                <a:gridCol w="4880868"/>
                <a:gridCol w="654050"/>
                <a:gridCol w="106124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94</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94</a:t>
            </a:r>
          </a:p>
        </p:txBody>
      </p:sp>
      <p:graphicFrame>
        <p:nvGraphicFramePr>
          <p:cNvPr id="5" name="Table 4"/>
          <p:cNvGraphicFramePr>
            <a:graphicFrameLocks noGrp="1"/>
          </p:cNvGraphicFramePr>
          <p:nvPr/>
        </p:nvGraphicFramePr>
        <p:xfrm>
          <a:off x="609600" y="1244600"/>
          <a:ext cx="10966450" cy="3954936"/>
        </p:xfrm>
        <a:graphic>
          <a:graphicData uri="http://schemas.openxmlformats.org/drawingml/2006/table">
            <a:tbl>
              <a:tblPr firstRow="1" bandRow="1">
                <a:tableStyleId>{5C22544A-7EE6-4342-B048-85BDC9FD1C3A}</a:tableStyleId>
              </a:tblPr>
              <a:tblGrid>
                <a:gridCol w="1457424"/>
                <a:gridCol w="7370564"/>
                <a:gridCol w="879475"/>
                <a:gridCol w="125898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블로그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공식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SDK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블로그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블로그</a:t>
                      </a:r>
                    </a:p>
                  </a:txBody>
                  <a:tcPr marL="63500" marR="63500" marT="12700" marB="12700">
                    <a:solidFill>
                      <a:srgbClr val="F3F0E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49" cy="2167968"/>
        </p:xfrm>
        <a:graphic>
          <a:graphicData uri="http://schemas.openxmlformats.org/drawingml/2006/table">
            <a:tbl>
              <a:tblPr firstRow="1" bandRow="1">
                <a:tableStyleId>{5C22544A-7EE6-4342-B048-85BDC9FD1C3A}</a:tableStyleId>
              </a:tblPr>
              <a:tblGrid>
                <a:gridCol w="3065462"/>
                <a:gridCol w="2446536"/>
                <a:gridCol w="4190504"/>
                <a:gridCol w="852388"/>
                <a:gridCol w="4115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지형을 과거 차량–지형 상호작용으로 가른다. 계획 성능 50%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기반 온라인 traversability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 Pichardo, Mandow, Vazquez-Martin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근시안 고도지도에서 관측에 따라 MPC rollout 예산 배분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등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caster를 아는 다단계 제어, 불확실성 NMPC + RL 실행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Valada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panoptic occupancy 추적, Best Paper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Yang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서라운드 뷰 4D panoptic occupancy 추적 벤치마크, 가림·시야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94</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