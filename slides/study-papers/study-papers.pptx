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덱은 첫 덱(개념·수식 개요)의 후속이다. travplan 대시보드 리서치 문서(인식 §A, Planner §B, Controller §E·§C, 시뮬레이션 §S)에서 travplan 설계에 직접 걸리는 논문 50여 편을 골라 46장으로 정리했다(가까운 계열은 한 장에 묶었다). 모든 슬라이드는 같은 틀이다: 한 줄 요약, 핵심 수식, 그리고 문제 · 방법 · 결과 · travplan 네 줄. 각주 번호는 마지막 참고문헌 네 장과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모델 기반과 학습 기반을 나눈 기준: 모델 기반은 사람이 쓴 동역학·비용 위에서 최적화나 탐색으로 답을 구하는 방법, 학습 기반은 데이터로 정책·비용·동역학을 배워 그 출력을 쓰는 방법이다. 경계에 있는 것(예: TD-MPC2는 학습한 모델 위에서 MPPI를 돌린다)은 무엇을 배우는지로 분류했다.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인식 문서(§A)는 8천 줄이 넘는다. 이 챕터는 TravMap의 ELEV, COST, SIGMA 채널을 만드는 쪽과, 동적 장애물 예측의 대표작 하나를 골랐다. 자동차 쪽 occupancy(BEVFormer, Occ3D 등)는 LSS 한 장으로 대표했다.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깊이를 하나의 값으로 회귀하지 않고 이산 깊이 칸 D개에 대한 분포로 내는 것이 핵심이다. 그러면 깊이가 애매한 픽셀은 여러 깊이에 특징을 나눠 뿌린다. 인식 문서 §A.2와 배경 §0.1(리프팅)에 수식이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로봇 중심 지도의 장점: 로봇이 움직일 때 지도를 로봇 좌표로 옮기고, 그동안 쌓인 자세 불확실성만 칸에 더하면 된다. 그래서 전역 위치 추정이 드리프트해도 발 밑 지도는 일관된다. Planner 문서 B.14.1이 RSL 계보에서 이 논문의 위치를 설명한다.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가시성 정리: 센서에서 점까지 광선을 따라가다 광선 높이가 칸 높이보다 낮으면(칸을 뚫고 지나갔으면) 그 칸의 높이를 지운다. 상한 층은 그 반대 방향의 정보다. travplan 권장 L1 설정(--shadow-ceiling --shadow-depth 0.10 --stereo --unknown-near 1.5 --shadow-low-fill --pit-margin 0.05)의 앞 두 플래그가 이 생각을 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BADGR의 계획: 행동 표본을 ã_h = β(â_(h+1) + ε) + (1−β) ã_(h−1)로 시간 상관 있게 만들고, 보상 R로 exp(γR) 가중 평균한다. MPPI와 사실상 같다. 차이는 보상이 학습한 사건 예측에서 나온다는 것. 인식 문서 §A.10.1.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계열: SALON(ATV, DINOv2 특징 + 주행 경험으로 비용·속도 지도), STERLING(Spot에서 배워 Jackal로 전이). 후속 COTRATE(2026, Freiburg)는 WVN의 한계, 즉 사람이 지형마다 원격조작해야 한다는 점을 겨냥한다. 인식 문서 §A.7.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대조 학습의 단위를 픽셀이 아니라 SAM 마스크로 잡은 것이 일반화의 열쇠다. 궤적이 한 마스크의 일부만 지나가도 그 마스크 전체를 양성으로 본다. 인식 문서 §A.10.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교사-학생 구도: 오프라인에서는 시간을 들여 여러 프레임을 모아 정확한 지도를 만들 수 있으니, 그것을 라벨로 실시간 망을 가르친다. travplan의 L1 매퍼(emap) 결과를 라벨로 단일 프레임 망을 학습시키는 길과 같다. 인식 문서 §A.10.1.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후속 DINOv3(2025)는 오래 학습해도 조밀 특징이 무너지지 않게 했다. 같은 탭(§A.11)에 Depth Anything V2·3, SAM 2·3, Grounding DINO가 있다. 로봇은 이 백본 위에 작은 헤드만 학습하는 것이 2023년 이후의 표준이 됐다.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탭(§A.12)의 비교: Social GAN(여러 미래 샘플), Constant Velocity Model(가장 단순한 기준선이 신경망을 이김, RA-L 2020), AgentFormer와 확산 계열, MoFlow(flow matching으로 K개 미래를 한 스텝에, CVPR 2025). ADE는 내비 성능을 대변하지 못한다는 2026 보고도 있다(Stratton et al.).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travplan의 비학습 기준선은 GuidancePlanner(TravMap 위 Dijkstra)다. 3 seed 운동학 벤치마크에서 guidance+mppi가 12/12를 기록했다. 학습 Planner는 언제나 이 기준선과 같은 벤치마크에서 비교한다.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Hybrid A*의 두 휴리스틱은 둘 다 실제 비용을 넘지 않으므로 그 최댓값도 admissible이다. 결과 경로는 차량이 따라갈 수 있지만 매끄럽지는 않아, 원 논문은 뒤에 경사 하강 평활화를 붙였다. Nav2의 Smac Planner(2024)가 비용 인식 판을 기본 계획기로 제공한다. Planner 문서 §B.10.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DWA의 V_s ∩ V_a ∩ V_d: 가능한 속도, 안전하게 멈출 수 있는 속도, 지금 속도에서 가속 한계로 닿는 창의 교집합. 목적함수 σ는 평활화. TEB는 2012년 논문에서 시작해 2017년 RAS에서 위상 후보로 확장됐다. Planner 문서 §B.10.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유지보수자들이 쓴 개관(arXiv:2307.15236)이 각 알고리즘을 비교한다. travplan의 개요 문서는 costmap의 다섯 한계(점유 이분법, 2D 투영, 불확실성 없음, 고정 inflation, 지면 평면 가정)를 정리하고, 표현만 바꾸고 생태계(behavior tree, 복구, 전역 계획기)는 그대로 쓴다고 적는다.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TP-0136 Playground 결과: 원형 시야 6 지형 × 2 seed는 Guidance·MPOT 모두 12/12, 기본 인식 4 지형 × 5 seed는 둘 다 20/20. curb_ramp 레벨 2 도달 시간은 MPOT가 짧았지만(21.9·17.2·16.7 s 대 24.1·24.0·22.2 s), 레벨 3 seed 0에서는 시간 초과 — 입자가 못 본 칸을 지나 곧게 가다 연석 앞에서 경사로 쪽 비용 언덕을 넘지 못했다. 계획 시간 처음 83 ms, 재계획 26 ms(Guidance 5 ms). 저장소 Python이 아니라 브라우저 JS 재구성이다. 배경 §0.2b가 OT 이름의 여섯 가지 뜻을 가른다.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travplan의 LearnedPlanner(Planner B)는 iPlanner 계열, Planner D는 GoalFlow·NavDP와 같은 “생성 후 선택” 구조다. 학습 Planner는 GuidancePlanner와 같은 벤치마크에서 비교한다(3 seed: guidance+mppi 12/12, planner_d+mppi 12/12, learned+mppi 8/12).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명령형 학습(imperative learning): 위 단계는 네트워크를, 아래 단계는 네트워크가 낸 경로를 비용으로 최적화한다. 비용의 기울기가 궤적 최적화를 거쳐 네트워크까지 흐른다. travplan plan_loss = 3·평균 흐린 비용 + 12·치명 영역 벌점 + 0.5·σ + 목표 거리 + 2·2차 차분 + 0.05·길이. 아래 단계 궤적 최적화와 fear 헤드가 없는 대신 σ 항이 있다(Planner 문서 §B.4b).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배달로봇 관점에서 이 비용 순서는 흥미롭다: 도로가 풀보다 비싸다. 보도 로봇은 차도를 피해야 하기 때문이다. travplan은 아직 의미 채널이 없고 기하 비용(경사·턱·거칠기)만 쓴다. 코드 leggedrobotics/viplanner ★0.7k.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계보: GNM(2022, 여러 로봇 데이터로 일반 내비 모델) → ViNT(2023, transformer 백본, 미세조정 가능) → NoMaD(2023, diffusion 정책 + 목표 마스킹). CityWalker는 미세조정한 ViNT(57.1%)와 zero-shot NoMaD(42.9%)를 기준선으로 썼다.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critic 라벨: 시연 궤적을 흔든 대조 샘플마다, waypoint의 ESDF 값으로 장애물에서 멀어지는 정도와 안전 거리 0.5 m 안에 든 비율을 합친다. 실제 로봇에는 ESDF가 없지만 critic은 영상만 보고 그 점수를 맞히도록 배운다. 행동 손실은 목표 있는 경우와 없는 경우를 반씩 섞는다(NoMaD의 마스킹과 같은 발상). Planner 문서 §B.3.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receding horizon의 장점: 행동 묶음을 한 번에 내므로 스텝마다 모드가 바뀌는 떨림이 줄고, 다시 계획하므로 반응성도 남는다. Planner 문서 §B.8.0의 계보: Diffuser(2022) → Diffusion Policy(2023) → MPD → DiffusionDrive(truncated) → GoalFlow(flow 한 스텝).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막다른 곳에서는 subgoal 후보 여러 개를 점수로 고르는 GoalFlow식 확장이 가능하다 — curb_ramp에서 경사로를 지나친 뒤 되돌아와야 하는 경우(TP-0078·0143)와 맞닿는다. 코드 YvanYin/GoalFlow.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슬라이드의 손실은 flow matching의 일반형으로 적었다(잡음 τ = 0 → 데이터 τ = 1). 논문마다 시간·부호 규약이 다르니 원문을 볼 때 확인한다. 행동 전문가는 VLM의 attention을 공유하되 가중치는 따로 둔 mixture-of-experts 꼴이다. Planner 문서 §B.6b.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탭(§B.6b)의 비교: Uni-NaVid(내비 과제 넷을 영상 VLA 하나로, 5 Hz), MolmoAct(깊이 → 궤적 그림 → 행동 순서의 행동 추론 모델). 코드 AnjieCheng/NaVILA.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때는 미래 프레임 토큰이 transformer를 보조 지도한다. 원격조종 데이터가 적고 다양하지 않다는 보도 로봇의 고질 문제를 웹 영상 규모로 푸는 시도다. 같은 탭에 보도 시연 로그로 배우는 MIMIC(§B.6d)이 있다. 코드 ai4ce/CityWalker.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travplan MPPIController는 2017년 정보이론적 MPPI에 AR(1) 시간 상관 노이즈와 경로 추종 후보 30%를 더한 형태다(K = 768, T = 40, dt = 0.1 s, λ = 0.5). NMPC 갈래(acados)는 2026-09-30 결정으로 함께 개발한다. MPPI 비용은 CostTerm으로만 추가하고 최적화기는 건드리지 않는 것이 저장소 규칙이다.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자세한 유도는 첫 덱(개념 개요)의 MPPI 두 장과 배경 §0.2. 함정: λ는 비용의 절대 크기에 묶여 있고, 모든 후보가 나쁜 곳에 있으면 평균도 나쁘고, 두 무리 사이로 평균이 떨어질 수 있다. 원 논문은 1% 미만의 후보를 0 주변에서 뽑아 외란에 대비했고, travplan은 노이즈 없는 평균 후보와 정지 후보를 늘 넣는다.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RMPPI의 핵심 규칙은 한 줄이다: 실제 상태가 괜찮으면 MPPI처럼 거기서 다시 시작하고, 위험하면 Tube-MPPI처럼 명목 상태를 유지한다. 그 판단을 몬테카를로 자유 에너지로 한다. Controller 문서 §E.1.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방법 모두 최적화기(가중평균)는 그대로 두고 제안 분포만 바꾼다. travplan 저장소 규칙(최적화기 mppi.py는 건드리지 않고 CostTerm으로만 비용 추가)과도 맞는다. 첫 덱 MPPI 슬라이드의 그림 (b)가 AR(1)과 적분 노이즈 표본을 비교한다.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ProxPI의 메시지는 Planner/Controller 경계 설계에 바로 닿는다: 학습 Planner가 틀릴 수 있으니 Controller는 Planner를 “따르라”가 아니라 “가까이 있으면 좋다” 정도로만 받아야 한다. 그래야 Planner D가 경사로를 지나친 경우(TP-0078) Controller가 혼자 잘못된 궤적을 끝까지 따르지 않는다. Controller 문서 §B.5.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표(Controller 문서 §E.1)에 pytorch_mppi(UM-ARM-Lab, ★0.8k)와 Nav2 MPPI Controller가 있다. 숫자는 샘플 수가 128개일 때다. travplan은 768개를 쓰므로 직접 비교는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그룹의 후속: PCBF(예측 제어 barrier 함수, 항상 실행 가능한 소프트 제약), Toward Safe Learning in Control(Annual Review 2020). travplan은 잔차 GP(control/acados_mpc/gp.py)를 MPPI와 NMPC가 공유한다. MPPI 쪽은 같은 GP 분산으로 확률 제약을 세운다(Controller 문서 §E.10). 혼돈 조건의 수치는 짝 비교와 잡음 바닥으로 판정한다.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travplan Controller는 지금 SwerveModel(운동학)을 굴린다. 슬립이 커지면 바꿀 순서: IKD식 작은 역모델 → PETS식 앙상블 불확실성을 MPPI 비용에 → RMA식 잠재 적응. 모두 최적화기를 바꾸지 않고 rollout 모델과 CostTerm만 바꾼다(Controller 문서 §E.2).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PETS = Probabilistic Ensembles with Trajectory Sampling. 손실은 Σ(μ − s')ᵀΣ⁻¹(μ − s') + log det Σ, 즉 가우시안 음의 로그 우도다. 후속: 확률 앙상블과 능동 탐색(RSS 2023), 지형 인지 운동 모델 + MPPI(RA-L 2023).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후속: 지형 인지 운동 모델 + MPPI(RA-L 2023)는 같은 아이디어를 순모델로 바꿔 MPPI rollout에 넣었다. 역모델은 계획을 그대로 두고 아래 층만 바꾸므로 기존 스택에 붙이기 쉽다. Controller 문서 §E.2.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뼈대(특권 정보 → 잠재 → 이력에서 추정)는 이후 4족 RL의 표준이 됐다. 다음 장의 DreamWaQ는 대상이 환경 파라미터가 아니라 지형이다. 배경 §0.11(메타러닝과 온라인 적응), §0.12(특권 교사)와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강화학습 문서 §R.9(모델 기반 RL)와 §R.8(MPPI를 추론으로 보는 관점)이 이 논문을 읽는 배경이다. 디코더를 빼는 이유: 영상 복원은 계획에 필요 없는 세부(나뭇잎 질감)에 용량을 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정정 기록(Controller 문서 §F.4): “보상 함수를 다시 맞추지 않고 다른 4족으로 옮겨진다”는 논문 본문에 없는 주장이고, 경사 36°도 본문 밖(프로젝트 페이지)이다. 고도차 22 m는 본문에 있다. Dream* 계열 다섯 편의 줄기이며, 후속 DreamWaQ++는 외수용으로 건너오며 “믿을지 말지”를 배운다. 보행 세 갈래: (a) 외수용 격자, (b) 고유수용만(이 논문), (c) 둘을 게이트로 섞기.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비교 대상: ALP, Prioritized Level Replay, 저보상 우선, 손으로 짠 커리큘럼. 실험은 평지 속도 추종 8과제 → 지형 6종 → 확장 600과제로 키워 간다. 실물 배포에는 교사-학생 증류의 학생 정책을 쓴다. 시뮬은 Isaac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travplan의 지금 안전은 MPPI 비용의 벌점(치명 셀 1000, 보행자 겹침)이다. 보행자 충돌 8건 진단(TP-0160)에서 MPPI의 보행자 hard 벌점이 포화한다는 것을 찾았다. 안전 필터 후보 1순위는 CVaR-BF(TP-0014)다. 치명 실패는 기준 대비 하나라도 늘면 채택하지 않는다(2026-10-03 결정).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제약이 하나면 QP의 해는 반공간으로의 수직 투영 닫힌 식이다: u* = u_nom + max(0, b − aᵀu_nom)/‖a‖² · a. 이산 시간에서는 h(x_(k+1)) ≥ (1−γ) h(x_k). 함정: h의 상대 차수가 1이어야 하고, 여러 제약이 충돌하면 QP가 불능이 된다. 배경 §0.4.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식은 역방향 도달 가능 튜브(BRT)의 HJI 변분 부등식의 표준형이다. min{0, ·}이 “한 번 위험 집합에 닿으면 실패”를 표현한다. 이 개관은 기본 이론, GPU 병렬 level set 도구, 고차원 분해를 정리했다. 강화학습 문서 §R.13에 Safe Score Matching이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데이터로 학습한 모델과 상태·입력에 따른 불확실성을 고려한다. 어떤 RL 알고리즘이든 그대로 붙일 수 있다는 점이 핵심이다. 통합 리뷰는 확장 가능한 합성, 강건한 감시, 효율적 개입을 다음 과제로 제시했다. Controller 문서 §C.4, §E.5.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위험도별 유출량(2510.25913): Laplace 방정식으로 안내 벡터장을 만들고, 위험한 장애물 경계에 더 큰 유출량을 줘서 그 주변의 h가 더 천천히 커지게 한다 → 같은 안전 보장 아래 위험한 장애물을 더 멀리 돈다. TravMap cost를 경계 조건으로 넣는 길이다. Controller 문서 §C.4.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원래 MPPI는 기대 비용만 줄인다. RA-MPPI는 제약을 CVaR로 바꿔 꼬리를 본다. 첫 덱의 CVaR 슬라이드가 RiskCost(상위 ⌈αT⌉ 스텝 평균)를 설명한다. 보행자 충돌 진단(TP-0160): MPPI의 보행자 hard 벌점이 포화해서 후보들이 구별되지 않았다. 결합 확률식 위험은 그 포화를 연속값으로 푸는 한 방법이다.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탭(§C.2)의 다른 후보: OcclusionCBF(가려진 영역을 시간 인덱스 도달 가능 점유로 넉넉하게 추정하고, 백업 rollout이 그 점유 전체와 인증된 종단 집합에 대해 안전한지 본다). OA-MPC·OACP·Control-Tree MPC는 48–200 ms로 Orin 예산 밖이다. 코드 Lawliet9666/Adaptive-CVaR-Barrier-Function.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보장의 근거는 교환 가능성 하나다. 함정: 한 번 뽑은 보정 집합으로 정한 반경의 실제 포함률은 Beta 분포를 따르고, n = 9면 표준편차가 0.12다. 배포 환경에서 보행자가 다르게 움직이면 교환 가능성이 깨진다. 배경 §0.13. Conformal 군중 내비(CoRL 2025)는 ACI 원으로 갑자기 방향을 바꾼 보행자를 피했다.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travplan의 검증 환경은 네 층(L0 운동학 시뮬 · L1 합성 LiDAR + elevation_mapping_cupy · Isaac Sim · 실물)이다. 지형 시나리오는 sim/terrain.py 한 곳에서 정의해 운동학 시뮬과 Isaac 내보내기가 공유한다.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버전: Isaac Sim 6.0(2026-06-04), 6.1(2026-09-10), 7.0 alpha(2026-09-18). Isaac Lab 3.0 Early Access(2026-09-16)는 6.1 기준, 정식판은 2026-10 말 목표. 빌드·실행에 필요한 Omniverse Kit SDK와 에셋은 NVIDIA 별도 라이선스다. 로컬 Isaac Lab 2.3.2는 Isaac Sim 4.5에 묶여 있다. 시뮬레이션 문서 §S.1.1.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계층적 배치 생성: ① 도로 블록(직선·교차로·로터리·원형·T자)과 차로 수·폭 샘플링, ② 블록마다 보도·횡단보도와 네 구역, ③ 구역 조건에 맞춘 물체 배치, ④ 지형 생성. 시뮬레이션 문서 §S.2.1.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MetaUrban의 생성 파이프라인을 Isaac Sim 5.x로 옮긴 판이다(v0.1.0, 2025-07). 같은 탭(§S.2)에 UrbanVerse, Vid2Sim(실제 영상을 시뮬로), SidewalkBench, CostNav가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현실의 파라미터가 무작위화 분포의 지지 집합 안에 있으면, 정책은 현실도 학습한 경우 중 하나로 본다. ADR은 파라미터마다 범위를 두고, 가끔 한 파라미터를 경계값에 고정해 성능을 잰 뒤 넓히거나 좁힌다. Planner D는 이미 12/12이므로 지연·슬립 범위를 넓혀 한계를 재는 것이 다음 지표가 된다. 시뮬레이션 문서 §S.6.1.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절의 다른 방법: 센서 모델 격차를 “판정자”로 잰다(Mahajan et al.) — 날것의 센서 데이터는 비교가 안 되니 상태 추정기의 오차 분포를 시뮬·실물 사이 Wasserstein 거리로 비교한다. travplan TravMap도 같은 방식으로 잴 수 있다: 같은 장소의 시뮬·실물 LiDAR로 만든 TravMap 비용을 참값과 비교해 두 오차 분포의 거리를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표는 각 논문 슬라이드의 travplan 줄을 모은 것이다. “다음 후보”는 리서치 문서가 제안한 것이지 결정된 계획이 아니다. 채택은 벤치마크 게이트(1층 스모크, 2층 짝 비교)와 치명 실패 규칙으로 판정한다.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번호는 각 슬라이드의 각주와 같다. 저자 목록은 리서치 문서가 적은 범위에서 옮겼고, 저자가 많은 논문은 “et al.”로 줄였다.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CityWalker 첫 저자는 NYU ai4ce 그룹의 Xinhao Liu다. 각 논문의 코드 저장소는 해당 슬라이드의 노트와 Planner 문서 §B 표에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[28] ProxPI는 리서치 문서에 저자·정식 제목이 적혀 있지 않아 이름과 arXiv 번호로만 적었다.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[40] Poisson 안전 함수와 [41] DRA-MPPI는 리서치 문서에 정식 제목이 적혀 있지 않아 이름과 arXiv 번호로 적었다. 전체 목록은 travplan 참고문헌 문서(§D)에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travplan 논문 스터디 — 챕터별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