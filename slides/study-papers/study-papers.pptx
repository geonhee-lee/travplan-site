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첫 덱(개념·수식 개요)의 후속이다. travplan 대시보드 리서치 문서(인식 §A, Planner §B, Controller §E·§C, 시뮬레이션 §S)에서 travplan 설계에 직접 걸리는 논문 50여 편을 골라 46편으로 정리했다(가까운 계열은 한 편으로 묶었다). 편마다 세 장이다: ① 개요(한 줄 요약, 핵심 수식, 문제 · 방법 · 결과 · travplan 네 줄), ② 방법과 단계별 유도(번호 단계 + 숫자로 따라가기 · 왜 · 함정 상자), ③ 결과와 한계(수치 표 + 한계 + travplan 연결). 유도 장에서 "일반형"이라고 적은 식은 논문 표기와 다를 수 있으니 원문을 확인한다. 각주 번호는 마지막 참고문헌 네 장과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기반과 학습 기반을 나눈 기준: 모델 기반은 사람이 쓴 동역학·비용 위에서 최적화나 탐색으로 답을 구하는 방법, 학습 기반은 데이터로 정책·비용·동역학을 배워 그 출력을 쓰는 방법이다. 경계에 있는 것(예: TD-MPC2는 학습한 모델 위에서 MPPI를 돌린다)은 무엇을 배우는지로 분류했다.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문서(§A)는 8천 줄이 넘는다. 이 챕터는 TravMap의 ELEV, COST, SIGMA 채널을 만드는 쪽과, 동적 장애물 예측의 대표작 하나를 골랐다. 자동차 쪽 occupancy(BEVFormer, Occ3D 등)는 LSS 한 장으로 대표했다.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하나의 값으로 회귀하지 않고 이산 깊이 칸 D개에 대한 분포로 내는 것이 핵심이다. 그러면 깊이가 애매한 픽셀은 여러 깊이에 특징을 나눠 뿌린다. 인식 문서 §A.2와 배경 §0.1(리프팅)에 수식이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Lift의 외적은 깊이 확률과 특징 벡터의 곱이라 메모리가 D배로 커진다. 원 논문은 Splat을 기둥(pillar) 단위 합으로 하고, 점을 칸 번호로 정렬한 뒤 누적합의 차로 칸별 합을 구하는 cumsum trick으로 빠르게 했다. Shoot의 템플릿은 전문가 궤적을 군집해 만든 고정 집합이고, 계획은 그 집합 위의 분류 문제가 된다. travplan Planner D의 후보 16개 + 비용 적분 선택도 같은 꼴이다.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BEVFormer의 NDS 56.9는 인식 문서 §A.2의 수치다. 이 슬라이드의 요점은 "카메라 BEV는 깊이를 어떻게 얻느냐의 문제"라는 것이다. travplan은 LiDAR와 스테레오로 깊이를 측정하므로 이 문제를 피하고, 대신 미관측 칸을 어떻게 해석하느냐(상한 층, 그림자 상한)가 핵심 문제가 됐다.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 중심 지도의 장점: 로봇이 움직일 때 지도를 로봇 좌표로 옮기고, 그동안 쌓인 자세 불확실성만 칸에 더하면 된다. 그래서 전역 위치 추정이 드리프트해도 발 밑 지도는 일관된다. Planner 문서 B.14.1이 RSL 계보에서 이 논문의 위치를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유도는 1차원 Kalman 필터의 갱신 단계와 같다. 예측 단계는 "갱신이 없으면 분산에 σ_t²를 더한다"는 시간 감쇠다. 2018 RA-L판은 자세 불확실성 전파를 정식화했다. 로봇이 움직일 때 지도를 로봇 좌표로 옮기고 그동안 늘어난 자세 공분산만 칸에 더하므로, 전역 위치가 드리프트해도 발 밑 지도는 일관된다. travplan TravMap의 ELEV·SIGMA 채널이 이 구조에서 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TP-0054의 결론(인식 문서 §A.13.13): 매퍼 분산은 σ가 되지 못하고, cost의 높이 민감도 σ는 오차를 맞히지만 폐루프를 바꾸지 못한다. 알려진 한계 "오버행 미표현"은 이 2.5D 표현에서 온다.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가시성 정리: 센서에서 점까지 광선을 따라가다 광선 높이가 칸 높이보다 낮으면(칸을 뚫고 지나갔으면) 그 칸의 높이를 지운다. 상한 층은 그 반대 방향의 정보다. travplan 권장 L1 설정(--shadow-ceiling --shadow-depth 0.10 --stereo --unknown-near 1.5 --shadow-low-fill --pit-margin 0.05)의 앞 두 플래그가 이 생각을 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 원문: "If a ray passes through a cell, we know that the ground height cannot be larger than the ray height." 그리고 상한 층이 가림으로 생긴 안전한 구멍(상한 기울기가 작음)과 위험한 큰 낙차(가파른 광선 각도 → 큰 기울기)를 구별하게 해 준다고 적는다. travplan 포크에는 enable_visibility_cleanup, use_only_above_for_upper_bound 설정이 있다. Xavier 실측: 10×10 m 4 cm 격자에서 필터된 Realsense 6,276점 49.4 Hz, Bpearl 43,074점 20.0 Hz, 원본 407,040점 16.1 Hz.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수치는 원 논문 보고값(인식 문서 §A.2b.7). travplan 수치는 CLAUDE.md 현재 상태 절의 권장 L1 결과다(seed 10 × 오프셋 3). 이 조건은 혼돈 조건이라 1–2개 차이는 잡음 바닥 안이다. 치명 실패 수는 p-값과 무관하게 본다(2026-10-03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BADGR의 계획: 행동 표본을 ã_h = β(â_(h+1) + ε) + (1−β) ã_(h−1)로 시간 상관 있게 만들고, 보상 R로 exp(γR) 가중 평균한다. MPPI와 사실상 같다. 차이는 보상이 학습한 사건 예측에서 나온다는 것. 인식 문서 §A.10.1.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구조는 인식 문서 §A.10.1의 자세히 토글을 따른다. ℓ_k의 구체적 형태(교차 엔트로피, 제곱 오차)는 사건 종류에 따른 일반형으로 적었다. 계획의 갱신식은 원문과 같다. travplan은 이 구조를 둘로 나눴다: 사건 예측은 TravMap 비용(인식), 행동 열 최적화는 Planner D와 MPPI(계획·제어).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드문 위험 사건의 라벨 부족은 travplan에서 치명 셀 정의(cost ≥ 0.95)를 기하 규칙으로 유지하는 이유이기도 하다. 학습 비용은 그 위에 얹는 보정이다.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계열: SALON(ATV, DINOv2 특징 + 주행 경험으로 비용·속도 지도), STERLING(Spot에서 배워 Jackal로 전이). 후속 COTRATE(2026, Freiburg)는 WVN의 한계, 즉 사람이 지형마다 원격조작해야 한다는 점을 겨냥한다. 인식 문서 §A.7.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인식 문서 §A.7(확장판 arXiv:2404.07110)을 따른다. 넷째 줄의 손실은 회귀 + 재구성의 두 항을 보인 개념식이다. 원문은 재구성 오차의 분포로 신뢰도 임계값을 정하고(k_σ 배율), 허용 오탐률(FPR)로 이진화 임계값 τ_thr을 정한다. travplan은 지나가지 않은 칸을 손실에서 빼고, 그 낯섦을 TravMap.SIGMA 자리에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무작위 초기화에서 200스텝 안에 좋은 성능에 닿았다(영상 한 장이 조각 100개를 주기 때문). 자기지도로 사전학습한 DINO-ViT·DINO ResNet-50이 ImageNet 백본보다 세 환경 모두에서 나았다(Table V). 코드는 MIT, ANYmal과 Jackal ROS 1 통합.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대조 학습의 단위를 픽셀이 아니라 SAM 마스크로 잡은 것이 일반화의 열쇠다. 궤적이 한 마스크의 일부만 지나가도 그 마스크 전체를 양성으로 본다. 인식 문서 §A.10.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§A.10.1의 설명(궤적 투영, 스테레오 깊이로 가림 제거, SAM 마스크 단위 대조 학습, 비용 지도를 MPC에 연결)을 식으로 옮겼다. 첫째 줄의 가림 조건 δ는 여유 값이다. 대조 손실의 정확한 형태와 온도 κ는 원문 표기와 다를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수치: 약 6.4 km 혼합 지형 경로 5회 반복, 개입 사이 평균 거리 69.2 m → 412.9 m. CATNAV: 4족 로봇 다섯 과제에서 VLA 기준선보다 도달률 평균 10%p 높고 제약 위반 33% 적음.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교사-학생 구도: 오프라인에서는 시간을 들여 여러 프레임을 모아 정확한 지도를 만들 수 있으니, 그것을 라벨로 실시간 망을 가르친다. travplan의 L1 매퍼(emap) 결과를 라벨로 단일 프레임 망을 학습시키는 길과 같다. 인식 문서 §A.10.1.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§A.10.1: 라벨은 기존 traversability 스택(X-Racer)이 주행 뒤 사후에 만들고, BEV 센서 융합 구조로 카메라·LiDAR에서 traversability와 elevation map을 한 번에 낸다. 지연 500 → 140 ms(약 4배). 손실의 구체적 형태와 가중 w는 원문에서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 정답 교사는 특권 정보 증류(배경 §0.12, RMA·NavDP와 같은 구도)다. 실물로 옮길 때는 교사-학생 간극이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DINOv3(2025)는 오래 학습해도 조밀 특징이 무너지지 않게 했다. 같은 탭(§A.11)에 Depth Anything V2·3, SAM 2·3, Grounding DINO가 있다. 로봇은 이 백본 위에 작은 헤드만 학습하는 것이 2023년 이후의 표준이 됐다.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교사 분포의 centering(평균을 빼기)과 sharpening(낮은 온도)이 붕괴(모든 입력에 같은 출력)를 막는다. 식은 인식 문서 §A.11.1 자세히 토글을 따른다. EMA 계수 m은 학습 동안 0.99대에서 1로 올린다(대표값으로 적었다).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탭(§A.11)에 Depth Anything V2·3(깊이), SAM 2·3과 Grounding DINO(분할, open-set 검출)가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탭(§A.12)의 비교: Social GAN(여러 미래 샘플), Constant Velocity Model(가장 단순한 기준선이 신경망을 이김, RA-L 2020), AgentFormer와 확산 계열, MoFlow(flow matching으로 K개 미래를 한 스텝에, CVPR 2025). ADE는 내비 성능을 대변하지 못한다는 2026 보고도 있다(Stratton et 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ELBO의 β·α 가중과 정보 항은 CVAE 계열의 일반형으로 적었다(Trajectron++은 InfoVAE 항을 쓴다). 차량은 단일 적분기 대신 동적 자전거 모델을 쓰고, 그때는 선형화로 분산을 전파한다. 모드 25개는 인식 문서 §A.12.3의 값이다.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TP-0162: 정면 보행자를 못 비키는 것은 plant의 조향 한계 때문. TP-0164: 몸을 먼저 돌리는 표본을 넣으면 정면 보행자를 비킨다(인식 문서 §A.13.23–24).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비학습 기준선은 GuidancePlanner(TravMap 위 Dijkstra)다. 3 seed 운동학 벤치마크에서 guidance+mppi가 12/12를 기록했다. 학습 Planner는 언제나 이 기준선과 같은 벤치마크에서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A*의 두 휴리스틱은 둘 다 실제 비용을 넘지 않으므로 그 최댓값도 admissible이다. 결과 경로는 차량이 따라갈 수 있지만 매끄럽지는 않아, 원 논문은 뒤에 경사 하강 평활화를 붙였다. Nav2의 Smac Planner(2024)가 비용 인식 판을 기본 계획기로 제공한다. Planner 문서 §B.10.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증명은 교과서의 A* 최적성 증명이다. Hybrid A*의 두 휴리스틱(장애물 무시 Reeds-Shepp 길이, 기구학 무시 2D 최단 거리)은 각각 admissible이라 최댓값도 admissible이다. 8방향 격자의 최대 길이 오차는 22.5° 방향에서 (1+(√2−1)tan22.5°)/sec22.5° − 1 ≈ 8.2 %다. travplan GuidanceConfig 기본값 w_c = 4, w_σ = 0.5, 비용 0.95 이상 치명 셀은 그래프에서 뺀다.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스모크 게이트(레벨 0 · 정적 · L0 · seed 0–2, 12 에피소드)는 재현된다 — 2026-10-06 같은 설정 재실행에서 12 에피소드가 성공·도달 시각·최대 pitch·GT cost까지 동일했다. Planner D 3.4 ms는 results/tp0025_v2 벤치마크 값이다.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DWA의 V_s ∩ V_a ∩ V_d: 가능한 속도, 안전하게 멈출 수 있는 속도, 지금 속도에서 가속 한계로 닿는 창의 교집합. 목적함수 σ는 평활화. TEB는 2012년 논문에서 시작해 2017년 RAS에서 위상 후보로 확장됐다. Planner 문서 §B.10.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 목적함수 σ(α·heading + β·dist + γ·vel)은 원 논문의 평활화된 가중합이다. TEB 벌점 함수 e_Γ의 꼴은 Rösmann 등의 표기를 따랐다(x_r 한계, ε 여유, S 배율, n 차수). TEB는 홀로노믹 로봇의 옆 속도도 다룬다. travplan의 로컬 층은 MPPI가 맡는다.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SwerveLimits: a_max = (1.0, 0.8, 2.0), 후진 −0.3 m/s(배경 §0.2b). MPPI 13.0 ms는 guidance+mppi 한 프로세스 중앙값, 벤치마크 실행 중 metrics.csv의 control_ms_mean은 8.7 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유지보수자들이 쓴 개관(arXiv:2307.15236)이 각 알고리즘을 비교한다. travplan의 개요 문서는 costmap의 다섯 한계(점유 이분법, 2D 투영, 불확실성 없음, 고정 inflation, 지면 평면 가정)를 정리하고, 표현만 바꾸고 생태계(behavior tree, 복구, 전역 계획기)는 그대로 쓴다고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costmap_2d의 inflation layer는 LETHAL 254, INSCRIBED 253, 그 밖은 (INSCRIBED−1)·exp(−cost_scaling_factor·(d − inscribed_radius))다. travplan 개요 문서는 costmap의 다섯 한계(점유 이분법, 2D 투영, 불확실성 없음, 고정 inflation, 지면 평면 가정)를 정리하고, 표현만 TravMap으로 바꾸고 생태계(behavior tree, 복구, 전역 계획기)는 그대로 쓴다고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MPPI(CPU)는 샘플 128개에서 최적화 1회 0.39–0.62 ms(MPPI-Generic 논문의 비교, 4장 MPPI-Generic 슬라이드). 유지보수자 개관 arXiv:2307.15236이 각 알고리즘을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TP-0136 Playground 결과: 원형 시야 6 지형 × 2 seed는 Guidance·MPOT 모두 12/12, 기본 인식 4 지형 × 5 seed는 둘 다 20/20. curb_ramp 레벨 2 도달 시간은 MPOT가 짧았지만(21.9·17.2·16.7 s 대 24.1·24.0·22.2 s), 레벨 3 seed 0에서는 시간 초과 — 입자가 못 본 칸을 지나 곧게 가다 연석 앞에서 경사로 쪽 비용 언덕을 넘지 못했다. 계획 시간 처음 83 ms, 재계획 26 ms(Guidance 5 ms). 저장소 Python이 아니라 브라우저 JS 재구성이다. 배경 §0.2b가 OT 이름의 여섯 가지 뜻을 가른다.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수식은 배경 §0.2b와 Controller 문서 E.11을 따른다. 논문 부록: "MPOT is cost-sensitive due to exponential terms inside the Sinkhorn algorithm, hence, in practice, we normalize the cost matrix to the range [0,1]." probe 점 평균은 개념식으로 적었다. 흔한 오독은 "시작점에서 목표점으로 질량을 옮긴다"는 읽기다.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논문이 스스로 밝히는 용도: "a strong oracle for collecting datasets ... capturing homotopy classes". 코드 anindex/mpot(PyTorch), anindex/ssax(JAX), 둘 다 MIT. TP-0136은 Playground JS 재구성이다(저장소 Python 아님).</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LearnedPlanner(Planner B)는 iPlanner 계열, Planner D는 GoalFlow·NavDP와 같은 “생성 후 선택” 구조다. 학습 Planner는 GuidancePlanner와 같은 벤치마크에서 비교한다(3 seed: guidance+mppi 12/12, planner_d+mppi 12/12, learned+mppi 8/12).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명령형 학습(imperative learning): 위 단계는 네트워크를, 아래 단계는 네트워크가 낸 경로를 비용으로 최적화한다. 비용의 기울기가 궤적 최적화를 거쳐 네트워크까지 흐른다. travplan plan_loss = 3·평균 흐린 비용 + 12·치명 영역 벌점 + 0.5·σ + 목표 거리 + 2·2차 차분 + 0.05·길이. 아래 단계 궤적 최적화와 fear 헤드가 없는 대신 σ 항이 있다(Planner 문서 §B.4b).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쌍선형 보간 기울기는 grid_sample의 기울기와 같다. iPlanner의 fear loss는 장애물 비용을 과하게 키우지 않고도 국소 최소에서 빠져나오게 한다. travplan LearnedPlanner는 waypoint 8개를 촘촘히 보간한 점에서 TravMap(흐린 비용, 원래 비용, σ)을 grid_sample로 읽는다(Planner 문서 §B.4b).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iPlanner 수치는 Planner 문서 §B.4b의 보고값. travplan 표는 같은 Controller(MPPI) 위에서 Planner만 바꾼 비교다. planner_d+tracker 6/12는 Controller 보정 없이 Planner 자체 품질을 본 값이다.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배달로봇 관점에서 이 비용 순서는 흥미롭다: 도로가 풀보다 비싸다. 보도 로봇은 차도를 피해야 하기 때문이다. travplan은 아직 의미 채널이 없고 기하 비용(경사·턱·거칠기)만 쓴다. 코드 leggedrobotics/viplanner ★0.7k.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§B.16 ViPlanner 토글을 따른다. 깊이 영상과 의미 영상을 ResNet-18 두 개로 따로 인코딩하고 목표 임베딩과 잇는다. 충돌 확률 0.5 이상인 경로는 실행하지 않는다. 운동 항만 iPlanner와 같다.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Mask2Former는 취리히 실영상으로 미세조정했다. 코드 leggedrobotics/viplanner ★0.7k.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 GNM(2022, 여러 로봇 데이터로 일반 내비 모델) → ViNT(2023, transformer 백본, 미세조정 가능) → NoMaD(2023, diffusion 정책 + 목표 마스킹). CityWalker는 미세조정한 ViNT(57.1%)와 zero-shot NoMaD(42.9%)를 기준선으로 썼다.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§B.6의 토글을 따른다. 행동은 정규화한 waypoint 열이다. NaviTrace(leggedrobotics) 벤치마크가 1인칭 영상·지시·로봇 형태 → 2D 경로를 평가한다(보도 지형·사회 규범 포함).</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visualnav-transformer ★1.3k+. 이 분야에서 가장 성숙하고 여러 로봇에 실제로 배포됐다.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 라벨: 시연 궤적을 흔든 대조 샘플마다, waypoint의 ESDF 값으로 장애물에서 멀어지는 정도와 안전 거리 0.5 m 안에 든 비율을 합친다. 실제 로봇에는 ESDF가 없지만 critic은 영상만 보고 그 점수를 맞히도록 배운다. 행동 손실은 목표 있는 경우와 없는 경우를 반씩 섞는다(NoMaD의 마스킹과 같은 발상). Planner 문서 §B.3.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§B.3을 따른다. 넷째 줄의 argmax는 선택 규칙을 보인 것이다. 카메라 높이 0.25–1.25 m, 피치 −30–0°, 시야 D435i(69°×42°)·Zed 2(110°×70°)로 무작위화한다. RGB 8프레임(DepthAnything 인코더, 프레임당 256 토큰) + 깊이 ViT(256 토큰, 0.1–5 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v3 초록 기준: 3,000개 장면에서 모은 1,000 km 이상의 시뮬 주행. 실물 결과는 로봇당 10회 시험의 성공 수다.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receding horizon의 장점: 행동 묶음을 한 번에 내므로 스텝마다 모드가 바뀌는 떨림이 줄고, 다시 계획하므로 반응성도 남는다. Planner 문서 §B.8.0의 계보: Diffuser(2022) → Diffusion Policy(2023) → MPD → DiffusionDrive(truncated) → GoalFlow(flow 한 스텝).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식의 α, γ, σ는 잡음 일정에서 정해지는 계수다(DDPM). 추론은 DDIM으로 학습 단계보다 적은 스텝을 쓸 수 있다. 계보: Diffuser(2022) → Diffusion Policy(2023) → MPD → DiffusionDrive(truncated) → GoalFlow(flow 한 스텝).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D의 FlowPolicy 스텝 10, JointFlowPolicy 4를 둔 근거와 더 줄일 때 잃는 것은 배경 §0.7b에 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막다른 곳에서는 subgoal 후보 여러 개를 점수로 고르는 GoalFlow식 확장이 가능하다 — curb_ramp에서 경사로를 지나친 뒤 되돌아와야 하는 경우(TP-0078·0143)와 맞닿는다. 코드 YvanYin/GoalFlow.</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1·2는 Planner 문서 §B.8 토글을 따른다. Diffuser·MPD의 비용 기울기 guidance는 Planner D의 guide_scale 옵션과 같다. 코드 YvanYin/GoalFlow.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TP-0143: 경사로를 지나친 상태에서 시작하는 DAgger를 시험했다(강화학습 문서 §R 모방학습 강의의 "복구가 담긴 자료").</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슬라이드의 손실은 flow matching의 일반형으로 적었다(잡음 τ = 0 → 데이터 τ = 1). 논문마다 시간·부호 규약이 다르니 원문을 볼 때 확인한다. 행동 전문가는 VLM의 attention을 공유하되 가중치는 따로 둔 mixture-of-experts 꼴이다. Planner 문서 §B.6b.</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코드 Physical-Intelligence/openpi(Apache-2.0), 가중치는 PaliGemma의 Gemma 약관. 행동 전문가는 VLM의 attention을 공유하되 가중치는 따로 둔다. 배경 §0.6b가 diffusion·flow 표기 환율표다.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π0는 사전학습 후 빨래 개기·상자 조립에 미세조정했고 최대 50 Hz로 제어한다.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탭(§B.6b)의 비교: Uni-NaVid(내비 과제 넷을 영상 VLA 하나로, 5 Hz), MolmoAct(깊이 → 궤적 그림 → 행동 순서의 행동 추론 모델). 코드 AnjieCheng/NaVILA.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같은 탭의 비교: Uni-NaVid(내비 과제 넷을 영상 VLA 하나로, 5 Hz), MolmoAct(깊이 → 궤적 그림 → 행동 순서의 행동 추론 모델). 코드 AnjieCheng/NaVILA.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MolmoAct: Molmo VLM 위 7B 두 가지, 2,630만 표본 사전학습(H100 256장, 9,728 GPU시간), LIBERO 평균 86.6 %. Uni-NaVid: VLN·ObjectNav·EQA·사람 따라가기.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때는 미래 프레임 토큰이 transformer를 보조 지도한다. 원격조종 데이터가 적고 다양하지 않다는 보도 로봇의 고질 문제를 웹 영상 규모로 푸는 시도다. 같은 탭에 보도 시연 로그로 배우는 MIMIC(§B.6d)이 있다. 코드 ai4ce/CityWalker.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DPVO로 프레임 사이 이동 추정, 영상마다 다른 축척은 궤적의 평균 보폭으로 정규화, 고정 영상 인코더 + 학습 좌표 인코더 → transformer가 waypoint와 도착 여부. 학습 때는 미래 프레임 토큰이 transformer를 보조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ai4ce/CityWalker. 실물 평가 전 소량 원격조종 데이터로 미세조정했다.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MPPIController는 2017년 정보이론적 MPPI에 AR(1) 시간 상관 노이즈와 경로 추종 후보 30%를 더한 형태다(K = 768, T = 40, dt = 0.1 s, λ = 0.5). NMPC 갈래(acados)는 2026-09-30 결정으로 함께 개발한다. MPPI 비용은 CostTerm으로만 추가하고 최적화기는 건드리지 않는 것이 저장소 규칙이다.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자세한 유도는 첫 덱(개념 개요)의 MPPI 두 장과 배경 §0.2. 함정: λ는 비용의 절대 크기에 묶여 있고, 모든 후보가 나쁜 곳에 있으면 평균도 나쁘고, 두 무리 사이로 평균이 떨어질 수 있다. 원 논문은 1% 미만의 후보를 0 주변에서 뽑아 외란에 대비했고, travplan은 노이즈 없는 평균 후보와 정지 후보를 늘 넣는다.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줄은 p = N(0, Σ), q = N(U, Σ)일 때 log p − log q = −Σ(uᵀΣ⁻¹v − ½uᵀΣ⁻¹u)에 v = u + ε를 넣은 결과다. 원 논문(T-RO 2018)은 이 항에 γ 계수를 붙여 쓴다. travplan mppi.py: temperature 0.5 "absolute (range-normalising breaks with hard penalties)", 노이즈 없는 평균 후보와 정지 후보를 늘 넣는다. 강화학습 문서 §R.7: 온도 λ는 SAC의 α에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 rollout이 스워브 plant의 조향 지연을 모르면 후보 궤적과 실제 궤적이 어긋나 치명 실패가 55로 늘었다. 지연을 넣자 4로 줄었다. 치명 실패는 기준 대비 하나라도 늘면 기본값으로 채택하지 않는다(2026-10-03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RMPPI의 핵심 규칙은 한 줄이다: 실제 상태가 괜찮으면 MPPI처럼 거기서 다시 시작하고, 위험하면 Tube-MPPI처럼 명목 상태를 유지한다. 그 판단을 몬테카를로 자유 에너지로 한다. Controller 문서 §E.1.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줄의 범위는 Σe^{−S_k/λ}가 e^{−S_min/λ} 이상, K·e^{−S_min/λ} 이하라는 것에서 바로 나온다. RMPPI는 이 규칙과 추종 제어기 능력을 반영한 중요도 샘플링으로 자유 에너지 증가의 상한을 유도했다. 식은 Controller 문서 §E.1 토글을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Tube-MPPI는 RSS 2018, Robust MPPI는 RA-L 2021(arXiv:2102.09027). 둘 다 MPPI-Generic(ACDSLab)에 구현돼 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 모두 최적화기(가중평균)는 그대로 두고 제안 분포만 바꾼다. travplan 저장소 규칙(최적화기 mppi.py는 건드리지 않고 CostTerm으로만 비용 추가)과도 맞는다. 첫 덱 MPPI 슬라이드의 그림 (b)가 AR(1)과 적분 노이즈 표본을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AR(1) 식은 travplan control/mppi/mppi.py의 _noise와 같다(a = noise_corr = 0.7, 표준편차 (0.4, 0.25, 0.6)). SMPPI의 input lifting은 a_t = a_{t−1} + u_t·Δt, u_t = ū_t + ε_t로 쓰고 노이즈 분산을 입력 변화율의 물리적 한계에 맞춘다. NLN 분산은 E[X²]E[Y²]이고 E[Y²] = exp(2μ + 2σ²)다.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mppi3d가 지금의 mppi다(당시 이름). 같은 덱 첫판의 MPPI 슬라이드 그림 (b)가 AR(1)과 적분 노이즈 표본을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ProxPI의 메시지는 Planner/Controller 경계 설계에 바로 닿는다: 학습 Planner가 틀릴 수 있으니 Controller는 Planner를 “따르라”가 아니라 “가까이 있으면 좋다” 정도로만 받아야 한다. 그래야 Planner D가 경사로를 지나친 경우(TP-0078) Controller가 혼자 잘못된 궤적을 끝까지 따르지 않는다. Controller 문서 §B.5.</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§B.5 ProxPI 토글을 따른다. A_α의 구체적 형태는 원문(arXiv:2609.00941)에 있다. Planner/Controller 경계 설계: 학습 Planner가 틀릴 수 있으니 Controller는 Planner를 "따르라"가 아니라 "가까이 있으면 좋다"로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로봇·시뮬레이션 5종에서 검증했다는 것이 원 슬라이드의 요약이다. 경계 설계 메시지는 CLAUDE.md의 Planner/Controller 분리와 같다.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표(Controller 문서 §E.1)에 pytorch_mppi(UM-ARM-Lab, ★0.8k)와 Nav2 MPPI Controller가 있다. 숫자는 샘플 수가 128개일 때다. travplan은 768개를 쓰므로 직접 비교는 아니다.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MPPI-Generic은 MPPI, Tube-MPPI, Robust MPPI를 C++/CUDA 템플릿으로 구현했다. 비교 공정성을 위해 차동 구동 모델과 Nav2의 비용 항을 똑같이 재현했다. travplan의 CostTerm(Reference·Traversability·Risk·Attitude·Control·GoalApproach)을 CUDA로 옮기는 것이 실제 이식 작업이다.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MPPI(CPU) 0.39–0.62 ms, TorchRL 25–48 ms(같은 128 샘플). pytorch_mppi(UM-ARM-Lab)도 같은 표(Controller 문서 §E.1)에 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그룹의 후속: PCBF(예측 제어 barrier 함수, 항상 실행 가능한 소프트 제약), Toward Safe Learning in Control(Annual Review 2020). travplan은 잔차 GP(control/acados_mpc/gp.py)를 MPPI와 NMPC가 공유한다. MPPI 쪽은 같은 GP 분산으로 확률 제약을 세운다(Controller 문서 §E.10). 혼돈 조건의 수치는 짝 비교와 잡음 바닥으로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§E 토글(확률 제약으로 조이기)을 따른다. 분산 전파는 GP 입력 불확실성과의 교차 공분산 항을 생략한 간단형으로 적었다. 같은 그룹 후속 PCBF는 제약 위반량 ξ를 변수로 올려 항상 해가 있게 하고 종단 barrier로 집합 안으로 끌어당긴다.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 문서 M.3이 acados NMPC 구축 기록이다. 명령에서 지연을 되돌린 mpc_lag는 선택 항목이다. Controller 문서 §E.10: GP가 모바일 로봇에서 앉는 자리는 셋이다.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Controller는 지금 SwerveModel(운동학)을 굴린다. 슬립이 커지면 바꿀 순서: IKD식 작은 역모델 → PETS식 앙상블 불확실성을 MPPI 비용에 → RMA식 잠재 적응. 모두 최적화기를 바꾸지 않고 rollout 모델과 CostTerm만 바꾼다(Controller 문서 §E.2).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PETS = Probabilistic Ensembles with Trajectory Sampling. 손실은 Σ(μ − s')ᵀΣ⁻¹(μ − s') + log det Σ, 즉 가우시안 음의 로그 우도다. 후속: 확률 앙상블과 능동 탐색(RSS 2023), 지형 인지 운동 모델 + MPPI(RA-L 2023).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PETS = Probabilistic Ensembles with Trajectory Sampling. 식 1은 Controller 문서 §E 토글. 분산 분해는 전체 분산 법칙(law of total variance)이다. 강화학습 문서 §R.9: 대책 셋 — 불확실성에 벌점(PETS, MOPO), 짧은 rollout(MBPO), 다시 계획(MPC).</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확률 앙상블과 능동 탐색(RSS 2023), 지형 인지 운동 모델 + MPPI(RA-L 2023). Controller 문서 §E.2의 슬립 대응 순서: IKD식 역모델 → PETS식 앙상블 불확실성 → RMA식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지형 인지 운동 모델 + MPPI(RA-L 2023)는 같은 아이디어를 순모델로 바꿔 MPPI rollout에 넣었다. 역모델은 계획을 그대로 두고 아래 층만 바꾸므로 기존 스택에 붙이기 쉽다. Controller 문서 §E.2.</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§E.2 토글을 따른다. 셋째 줄의 회귀 꼴은 "실제 변화 → 그때의 명령"으로 데이터를 뒤집어 쓰는 학습을 보인 것이다. 1/10 크기 차량, 실외 트랙.</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미끄럼까지 rollout에 넣은 mppi_plant도 치명은 줄였지만 도달이 239/360에서 189/360으로 줄었다(MPC 문서 M.3.22). 그래서 지금 기본은 지연만 넣은 판이다.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뼈대(특권 정보 → 잠재 → 이력에서 추정)는 이후 4족 RL의 표준이 됐다. 다음 장의 DreamWaQ는 대상이 환경 파라미터가 아니라 지형이다. 배경 §0.11(메타러닝과 온라인 적응), §0.12(특권 교사)와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차원은 Planner 문서 §B.16 RMA 카드를 따른다. 학습은 RaiSim에서만 했고 기준 궤적이나 발 궤적 생성기가 없다. 학습 코드는 후속 연구가 RMA 코드 위에 공개(GPL-3.0).</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§B.16 RMA 카드의 travplan 절. 미끄럼은 뒤로 미룬다 — mppi_plant는 도달이 239 → 189/360으로 줄었다.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§R.9(모델 기반 RL)와 §R.8(MPPI를 추론으로 보는 관점)이 이 논문을 읽는 배경이다. 디코더를 빼는 이유: 영상 복원은 계획에 필요 없는 세부(나뭇잎 질감)에 용량을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§R.9(모델 기반 RL)와 §R.8(MPPI를 추론으로 보는 관점)이 배경이다. 코드 nicklashansen/tdmpc2 ★1.0k. 정책 prior는 SAC식 최대 엔트로피 목적으로 학습한다.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 착취의 대책 셋(강화학습 문서 §R.9): 불확실성 벌점, 짧은 rollout, 다시 계획. TD-MPC2는 짧은 지평 + 가치로 잇기 + 매 스텝 재계획을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정정 기록(Controller 문서 §F.4): “보상 함수를 다시 맞추지 않고 다른 4족으로 옮겨진다”는 논문 본문에 없는 주장이고, 경사 36°도 본문 밖(프로젝트 페이지)이다. 고도차 22 m는 본문에 있다. Dream* 계열 다섯 편의 줄기이며, 후속 DreamWaQ++는 외수용으로 건너오며 “믿을지 말지”를 배운다. 보행 세 갈래: (a) 외수용 격자, (b) 고유수용만(이 논문), (c) 둘을 게이트로 섞기.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인식 문서 §A.7(CENet 토글)을 따른다. 이력 정의를 글자 그대로 읽으면 6프레임이지만 비공식 구현 대부분은 5프레임을 쓴다. 정책 망 512×256×128×12.</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정정 기록(Controller 문서 §F.4): 2026-10-02, 2026-10-06. 보행 세 갈래: (a) 외수용 격자, (b) 고유수용만(DreamWaQ), (c) 둘을 게이트로 섞기(DreamWaQ++).</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비교 대상: ALP, Prioritized Level Replay, 저보상 우선, 손으로 짠 커리큘럼. 실험은 평지 속도 추종 8과제 → 지형 6종 → 확장 600과제로 키워 간다. 실물 배포에는 교사-학생 증류의 학생 정책을 쓴다. 시뮬은 Isaac Lab.</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§F.2를 따른다. 비교 대상: ALP(절대 학습 진척), Prioritized Level Replay, 저보상 우선, 손으로 짠 커리큘럼, 균등 표집. 실험은 평지 속도 추종 8과제 → 지형 6종 → 확장 600과제.</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ANYmal D 결과: 계단·경사·자갈 같은 험지에서 2.5 m/s. 실물에는 교사-학생 증류의 학생 정책을 쓴다.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지금 안전은 MPPI 비용의 벌점(치명 셀 1000, 보행자 겹침)이다. 보행자 충돌 8건 진단(TP-0160)에서 MPPI의 보행자 hard 벌점이 포화한다는 것을 찾았다. 안전 필터 후보 1순위는 CVaR-BF(TP-0014)다. 치명 실패는 기준 대비 하나라도 늘면 채택하지 않는다(2026-10-03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하나면 QP의 해는 반공간으로의 수직 투영 닫힌 식이다: u* = u_nom + max(0, b − aᵀu_nom)/‖a‖² · a. 이산 시간에서는 h(x_(k+1)) ≥ (1−γ) h(x_k). 함정: h의 상대 차수가 1이어야 하고, 여러 제약이 충돌하면 QP가 불능이 된다. 배경 §0.4.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예의 γ = 0.5는 첫 덱의 결과 (0.68, −0.13)에서 거꾸로 맞춘 값이다(배경 §0.4의 작은 예). 스워브를 몸체 좌표 속도 명령 u = (v_x, v_y)로 움직이는 점으로 보면 g는 단위 행렬이다. 이산 시간 MPC에서는 γ가 작을수록 일찍 넓게 돈다(Zeng et al., ACC 2021).</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 문서 §C.3는 비용 레이어를 휴리스틱으로 분류한다. CLF 제약 + 완화 변수 δ로 목표를 함께 넣으면 부딪힐 때 안전이 우선한다: min ‖u − u_nom‖² + pδ² s.t. L_f h + L_g h u ≥ −α(h), L_f V + L_g V u ≤ −γV + 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역방향 도달 가능 튜브(BRT)의 HJI 변분 부등식의 표준형이다. min{0, ·}이 “한 번 위험 집합에 닿으면 실패”를 표현한다. 이 개관은 기본 이론, GPU 병렬 level set 도구, 고차원 분해를 정리했다. 강화학습 문서 §R.13에 Safe Score Matching이 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역방향 도달 가능 튜브(BRT)의 HJI 변분 부등식 표준형이다(Bansal et al., CDC 2017 개관). 예는 이중 적분기의 제동 거리 조건으로, BRT의 해석해가 x &lt; v²/(2a_max)(다가갈 때)인 경우다. 도구 StanfordASL/hj_reachability(JAX, GPU).</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§R.13에 Safe Score Matching이 있다. 개관은 기본 이론, GPU 병렬 level set 도구, 고차원 분해를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데이터로 학습한 모델과 상태·입력에 따른 불확실성을 고려한다. 어떤 RL 알고리즘이든 그대로 붙일 수 있다는 점이 핵심이다. 통합 리뷰는 확장 가능한 합성, 강건한 감시, 효율적 개입을 다음 과제로 제시했다. Controller 문서 §C.4, §E.5.</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재귀적 실행 가능성 논증은 MPC 이론의 표준 결과다. 원 논문(Wabersich·Zeilinger, Automatica 2021)은 데이터로 학습한 모델과 상태·입력에 따른 불확실성을 고려한다. PCBF(arXiv:2105.10241)는 제약마다 h를 손으로 설계할 필요가 없다(Controller 문서 §E.5).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 문서 §C.4, §E.5. 통합 리뷰 arXiv:2309.05837.</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위험도별 유출량(2510.25913): Laplace 방정식으로 안내 벡터장을 만들고, 위험한 장애물 경계에 더 큰 유출량을 줘서 그 주변의 h가 더 천천히 커지게 한다 → 같은 안전 보장 아래 위험한 장애물을 더 멀리 돈다. TravMap cost를 경계 조건으로 넣는 길이다. Controller 문서 §C.4.</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§C.4를 따른다. SOR 갱신은 5점 라플라시안 Δh ≈ (h_{i+1,j} + h_{i−1,j} + h_{i,j+1} + h_{i,j−1} − 4h_ij)/Δx²의 Gauss–Seidel에 이완을 건 표준형이다. 1차원 예는 h″ = −1, h(0) = h(L) = 0의 해다.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Bahati·Bena·Ames(Caltech). 영상 youtu.be/fBRdkAJGixI. 안전 필터 후보 비교(Controller 문서 §C.3)에 넣을 만하다.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MPPI는 기대 비용만 줄인다. RA-MPPI는 제약을 CVaR로 바꿔 꼬리를 본다. 첫 덱의 CVaR 슬라이드가 RiskCost(상위 ⌈αT⌉ 스텝 평균)를 설명한다. 보행자 충돌 진단(TP-0160): MPPI의 보행자 hard 벌점이 포화해서 후보들이 구별되지 않았다. 결합 확률식 위험은 그 포화를 연속값으로 푸는 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1의 CVaR 표본 추정과 벌점 꼴은 RA-MPPI의 제약을 MPPI 비용으로 넣는 일반형이다(원문은 제약 위반 샘플에 벌점). 식 2·3은 Controller 문서 §C.2, 식 4와 κ 정정은 인식 문서 §A.12.5(Mohamed 외, RA-L 2025)를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§A.12.5: Nav2도 같은 구조(obstacles_critic의 절벽 collision_cost 100000 × critical_weight 20과 연속 반발 repulsion_weight 1.5)를 쓴다. TP-0161·0165가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탭(§C.2)의 다른 후보: OcclusionCBF(가려진 영역을 시간 인덱스 도달 가능 점유로 넉넉하게 추정하고, 백업 rollout이 그 점유 전체와 인증된 종단 집합에 대해 안전한지 본다). OA-MPC·OACP·Control-Tree MPC는 48–200 ms로 Orin 예산 밖이다. 코드 Lawliet9666/Adaptive-CVaR-Barrier-Function.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1·4는 Controller 문서 §C.2, 식 2는 배경 §0.3(Rockafellar–Uryasev)의 아래 꼬리 판이다. 표본 판 CVaR는 볼록이라 h가 u에 아핀이면 제약이 LP/QP가 된다. 예의 표본 CVaR는 이산 표본에서 하위 ⌈βM⌉개 평균으로 계산했다. 코드 Lawliet9666/Adaptive-CVaR-Barrier-Function.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탭(§C.2)의 다른 후보: OcclusionCBF(가려진 영역을 시간 인덱스 도달 가능 점유로 넉넉하게 추정하고 백업 rollout이 그 점유 전체와 인증된 종단 집합에 대해 안전한지 본다).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보장의 근거는 교환 가능성 하나다. 함정: 한 번 뽑은 보정 집합으로 정한 반경의 실제 포함률은 Beta 분포를 따르고, n = 9면 표준편차가 0.12다. 배포 환경에서 보행자가 다르게 움직이면 교환 가능성이 깨진다. 배경 §0.13. Conformal 군중 내비(CoRL 2025)는 ACI 원으로 갑자기 방향을 바꾼 보행자를 피했다.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증명은 Angelopoulos &amp; Bates 입문(arXiv:2107.07511)의 표준 논증이다. Lindemann et al.(RA-L 2023)은 예측 시점마다 반경을 정하고 δ/T로 나눠 MPC 거리 제약 = 예측 위치 + C로 쓴다. Beta 포함률은 배경 §0.13의 함정이다. ACI 갱신식은 Gibbs &amp; Candès의 적응형 conformal 꼴이다.</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Conformal 군중 내비(CoRL 2025)는 ACI 원으로 갑자기 방향을 바꾼 보행자를 피했다.</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검증 환경은 네 층(L0 운동학 시뮬 · L1 합성 LiDAR + elevation_mapping_cupy · Isaac Sim · 실물)이다. 지형 시나리오는 sim/terrain.py 한 곳에서 정의해 운동학 시뮬과 Isaac 내보내기가 공유한다.</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버전: Isaac Sim 6.0(2026-06-04), 6.1(2026-09-10), 7.0 alpha(2026-09-18). Isaac Lab 3.0 Early Access(2026-09-16)는 6.1 기준, 정식판은 2026-10 말 목표. 빌드·실행에 필요한 Omniverse Kit SDK와 에셋은 NVIDIA 별도 라이선스다. 로컬 Isaac Lab 2.3.2는 Isaac Sim 4.5에 묶여 있다. 시뮬레이션 문서 §S.1.1.</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식은 travplan/robot/plant.py의 설명(국소 경사·거칠기로 슬립 s를 정해 병진 속도를 (1−s)배)과 Planner 문서 §B.16의 Isaac Gym 카드를 따른다. 1차 지연의 오일러 이산화는 개념식이다. 옮긴 plant의 점검 기준은 TP-0150의 비교다.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사진 같은 영상이 필요 없으면 RayCaster가 압도적으로 싸다. 타일 카메라와 RayCaster 카메라는 수천 환경까지 늘었다.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계층적 배치 생성: ① 도로 블록(직선·교차로·로터리·원형·T자)과 차로 수·폭 샘플링, ② 블록마다 보도·횡단보도와 네 구역, ③ 구역 조건에 맞춘 물체 배치, ④ 지형 생성. 시뮬레이션 문서 §S.2.1.</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2–4는 ORCA(van den Berg et al., 2011)의 표준형이다. MetaUrban은 ORCA와 Push and Rotate(교착을 푸는 다중 에이전트 경로 탐색)로 사람 경로를 만들고, 자전거·스케이트보드·킥보드 같은 취약 도로 사용자도 넣었다(시뮬레이션 문서 §S.2.1).</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metadriverse/metaurban(Apache-2.0). 계층적 배치 생성 ①–④는 시뮬레이션 문서 §S.2.1 자세히 토글을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MetaUrban의 생성 파이프라인을 Isaac Sim 5.x로 옮긴 판이다(v0.1.0, 2025-07). 같은 탭(§S.2)에 UrbanVerse, Vid2Sim(실제 영상을 시뮬로), SidewalkBench, CostNav가 있다.</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WFC 절차는 시뮬레이션 문서 §S.2 자세히 토글(WFC의 일반 절차)을 따른다. 타일마다 계단 높이·경사각 파라미터로 난이도를 조절한다. ORCA를 JAX로 옮겨 보행자가 학습 중 로봇에 실시간 반응한다.</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MetaUrban의 생성 파이프라인을 Isaac Sim 5.x로 옮긴 판이다. 같은 탭(§S.2)에 UrbanVerse, Vid2Sim(실제 영상을 시뮬로), SidewalkBench, CostNav가 있다.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현실의 파라미터가 무작위화 분포의 지지 집합 안에 있으면, 정책은 현실도 학습한 경우 중 하나로 본다. ADR은 파라미터마다 범위를 두고, 가끔 한 파라미터를 경계값에 고정해 성능을 잰 뒤 넓히거나 좁힌다. Planner D는 이미 12/12이므로 지연·슬립 범위를 넓혀 한계를 재는 것이 다음 지표가 된다. 시뮬레이션 문서 §S.6.1.</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1·3은 시뮬레이션 문서 §S.6.1 토글을 따른다. 식 2는 Peng et al.(ICRA 2018)의 기억 있는(LSTM) 정책을 개념식으로 보인 것이다. 예의 τ 범위는 설명용 숫자이고 travplan에서 정한 값이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 et al.은 질량·마찰·지연을 섞어 기억이 있는 정책이 실물 팔에서 버텼다. OpenAI ADR(2019)은 Rubik 큐브 손 조작.</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절의 다른 방법: 센서 모델 격차를 “판정자”로 잰다(Mahajan et al.) — 날것의 센서 데이터는 비교가 안 되니 상태 추정기의 오차 분포를 시뮬·실물 사이 Wasserstein 거리로 비교한다. travplan TravMap도 같은 방식으로 잴 수 있다: 같은 장소의 시뮬·실물 LiDAR로 만든 TravMap 비용을 참값과 비교해 두 오차 분포의 거리를 본다.</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1·2·4는 시뮬레이션 문서 §S.6.5 토글을 따른다. Fisher 구간은 표준 통계 결과이고 숫자는 논문의 n = 9 모델에 대해 계산한 값이다. Mahajan et al.(arXiv:2403.11000)은 1/6 축척 차량 실물 실험 40번과 시뮬 잡음 모델 5개로 판정자(robot_localization)를 썼다.</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판정자 방식은 날것의 센서 데이터를 직접 비교하면 격차를 잴 수 없을 때 쓴다. 지도 품질 지표 eval/map_quality.py::wasserstein1이 travplan이 이미 쓰는 W1이다.</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각 논문 슬라이드의 travplan 줄을 모은 것이다. “다음 후보”는 리서치 문서가 제안한 것이지 결정된 계획이 아니다. 채택은 벤치마크 게이트(1층 스모크, 2층 짝 비교)와 치명 실패 규칙으로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각 슬라이드의 각주와 같다. 저자 목록은 리서치 문서가 적은 범위에서 옮겼고, 저자가 많은 논문은 “et al.”로 줄였다.</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CityWalker 첫 저자는 NYU ai4ce 그룹의 Xinhao Liu다. 각 논문의 코드 저장소는 해당 슬라이드의 노트와 Planner 문서 §B 표에 있다.</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ProxPI는 리서치 문서에 저자·정식 제목이 적혀 있지 않아 이름과 arXiv 번호로만 적었다.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Poisson 안전 함수와 [41] DRA-MPPI는 리서치 문서에 정식 제목이 적혀 있지 않아 이름과 arXiv 번호로 적었다. 전체 목록은 travplan 참고문헌 문서(§D)에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jp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jp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jp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jp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jp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jp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jp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jp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jp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jp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jp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jp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jp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jp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jp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jp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jp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jp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jp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jp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jp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jp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jp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jp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jp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jp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jp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jp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jp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jp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jp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jp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jp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jp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jp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jp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jpg"/><Relationship Id="rId3" Type="http://schemas.openxmlformats.org/officeDocument/2006/relationships/notesSlide" Target="../notesSlides/notesSlide1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논문 스터디 — 챕터별 (편마다 세 장)</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